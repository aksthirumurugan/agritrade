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diagrams/colors1.xml" ContentType="application/vnd.openxmlformats-officedocument.drawingml.diagramColors+xml"/>
  <Override PartName="/ppt/diagrams/colors2.xml" ContentType="application/vnd.openxmlformats-officedocument.drawingml.diagramColors+xml"/>
  <Override PartName="/ppt/diagrams/colors3.xml" ContentType="application/vnd.openxmlformats-officedocument.drawingml.diagramColors+xml"/>
  <Override PartName="/ppt/diagrams/data1.xml" ContentType="application/vnd.openxmlformats-officedocument.drawingml.diagramData+xml"/>
  <Override PartName="/ppt/diagrams/data2.xml" ContentType="application/vnd.openxmlformats-officedocument.drawingml.diagramData+xml"/>
  <Override PartName="/ppt/diagrams/data3.xml" ContentType="application/vnd.openxmlformats-officedocument.drawingml.diagramData+xml"/>
  <Override PartName="/ppt/diagrams/drawing1.xml" ContentType="application/vnd.ms-office.drawingml.diagramDrawing+xml"/>
  <Override PartName="/ppt/diagrams/drawing2.xml" ContentType="application/vnd.ms-office.drawingml.diagramDrawing+xml"/>
  <Override PartName="/ppt/diagrams/drawing3.xml" ContentType="application/vnd.ms-office.drawingml.diagramDrawing+xml"/>
  <Override PartName="/ppt/diagrams/layout1.xml" ContentType="application/vnd.openxmlformats-officedocument.drawingml.diagramLayout+xml"/>
  <Override PartName="/ppt/diagrams/layout2.xml" ContentType="application/vnd.openxmlformats-officedocument.drawingml.diagramLayout+xml"/>
  <Override PartName="/ppt/diagrams/layout3.xml" ContentType="application/vnd.openxmlformats-officedocument.drawingml.diagramLayout+xml"/>
  <Override PartName="/ppt/diagrams/quickStyle1.xml" ContentType="application/vnd.openxmlformats-officedocument.drawingml.diagramStyle+xml"/>
  <Override PartName="/ppt/diagrams/quickStyle2.xml" ContentType="application/vnd.openxmlformats-officedocument.drawingml.diagramStyle+xml"/>
  <Override PartName="/ppt/diagrams/quickStyle3.xml" ContentType="application/vnd.openxmlformats-officedocument.drawingml.diagramStyl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>
      <p:cViewPr varScale="1">
        <p:scale>
          <a:sx n="53" d="100"/>
          <a:sy n="53" d="100"/>
        </p:scale>
        <p:origin x="18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diagrams/_rels/data1.xml.rels><?xml version="1.0" encoding="UTF-8" standalone="yes"?>
<Relationships xmlns="http://schemas.openxmlformats.org/package/2006/relationships"><Relationship Id="rId7" Type="http://schemas.openxmlformats.org/officeDocument/2006/relationships/image" Target="../media/image18.png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diagrams/_rels/drawing1.xml.rels><?xml version="1.0" encoding="UTF-8" standalone="yes"?>
<Relationships xmlns="http://schemas.openxmlformats.org/package/2006/relationships"><Relationship Id="rId7" Type="http://schemas.openxmlformats.org/officeDocument/2006/relationships/image" Target="../media/image18.png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00EE499-D129-484D-B5C0-D0F3AC30E8B1}" type="doc">
      <dgm:prSet loTypeId="list" loCatId="list" qsTypeId="urn:microsoft.com/office/officeart/2005/8/quickstyle/simple1" qsCatId="simple" csTypeId="urn:microsoft.com/office/officeart/2005/8/colors/colorful1" csCatId="accent1" phldr="0"/>
      <dgm:spPr/>
    </dgm:pt>
    <dgm:pt modelId="{BEB4A0DE-FB16-4C4F-8DEA-03570694B93A}">
      <dgm:prSet phldrT="[Text]"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/>
            <a:t>BME680</a:t>
          </a:r>
          <a:r>
            <a:rPr lang="en-US"/>
            <a:t/>
          </a:r>
          <a:endParaRPr lang="en-US"/>
        </a:p>
      </dgm:t>
    </dgm:pt>
    <dgm:pt modelId="{A1CD0B47-03FC-4535-A972-2673574CE2F3}" cxnId="{DD367F77-AFBC-49ED-A02D-C8AFBFE69DB8}" type="parTrans">
      <dgm:prSet/>
      <dgm:spPr/>
    </dgm:pt>
    <dgm:pt modelId="{66283CB7-69B8-41D5-A569-950515985F71}" cxnId="{DD367F77-AFBC-49ED-A02D-C8AFBFE69DB8}" type="sibTrans">
      <dgm:prSet/>
      <dgm:spPr/>
    </dgm:pt>
    <dgm:pt modelId="{11A5EA0A-517A-463B-9BA8-5EB54D7D10F8}">
      <dgm:prSet phldrT="[Text]"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/>
            <a:t>NPK 7 IN 1(JXCL)</a:t>
          </a:r>
          <a:endParaRPr lang="en-US"/>
        </a:p>
      </dgm:t>
    </dgm:pt>
    <dgm:pt modelId="{E2B15CF1-464F-45CC-BFE4-6F0AA417C19E}" cxnId="{2B4354CF-431A-46FD-B397-04A438FA357C}" type="parTrans">
      <dgm:prSet/>
      <dgm:spPr/>
    </dgm:pt>
    <dgm:pt modelId="{4EA87785-B7B3-4F48-BB13-D91C5DEA8DC1}" cxnId="{2B4354CF-431A-46FD-B397-04A438FA357C}" type="sibTrans">
      <dgm:prSet/>
      <dgm:spPr/>
    </dgm:pt>
    <dgm:pt modelId="{25EF8B53-4C57-43A4-9FE1-40C318A0AD88}">
      <dgm:prSet phldrT="[Text]"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/>
            <a:t>MAX486 TTL TO RS485</a:t>
          </a:r>
          <a:r>
            <a:rPr lang="en-US"/>
            <a:t/>
          </a:r>
          <a:endParaRPr lang="en-US"/>
        </a:p>
      </dgm:t>
    </dgm:pt>
    <dgm:pt modelId="{62CE1C4C-AE05-4247-9728-BCA5F5CA780A}" cxnId="{4D6AFB02-7F38-4A3C-8CEA-EEC98F3EAF46}" type="parTrans">
      <dgm:prSet/>
      <dgm:spPr/>
    </dgm:pt>
    <dgm:pt modelId="{F463D266-32E5-414A-9781-DA46FFE60955}" cxnId="{4D6AFB02-7F38-4A3C-8CEA-EEC98F3EAF46}" type="sibTrans">
      <dgm:prSet/>
      <dgm:spPr/>
    </dgm:pt>
    <dgm:pt modelId="{38E53CEC-614D-4003-B5A7-0A3B000D2949}">
      <dgm:prSet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/>
            <a:t>RECHARGABLE BATTERY</a:t>
          </a:r>
          <a:r>
            <a:rPr lang="en-US"/>
            <a:t/>
          </a:r>
          <a:endParaRPr lang="en-US"/>
        </a:p>
      </dgm:t>
    </dgm:pt>
    <dgm:pt modelId="{60C45728-2D56-4A80-B823-8F58D0E0CDDA}" cxnId="{F793173F-6CD2-4246-95BD-FC51E90C67E2}" type="parTrans">
      <dgm:prSet/>
      <dgm:spPr/>
    </dgm:pt>
    <dgm:pt modelId="{D731FFD8-44CC-43DB-8854-D48324F9F470}" cxnId="{F793173F-6CD2-4246-95BD-FC51E90C67E2}" type="sibTrans">
      <dgm:prSet/>
      <dgm:spPr/>
    </dgm:pt>
    <dgm:pt modelId="{90F01F84-CEB0-4E6A-BB7F-72328B7D6490}">
      <dgm:prSet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/>
            <a:t>INMP441 MIC</a:t>
          </a:r>
          <a:r>
            <a:rPr lang="en-US"/>
            <a:t/>
          </a:r>
          <a:endParaRPr lang="en-US"/>
        </a:p>
      </dgm:t>
    </dgm:pt>
    <dgm:pt modelId="{AEB17EFD-0650-417F-8305-908BF382180E}" cxnId="{AFD90200-8721-4696-AF6E-5B6E72C01F86}" type="parTrans">
      <dgm:prSet/>
      <dgm:spPr/>
    </dgm:pt>
    <dgm:pt modelId="{67858751-9140-4262-A9E8-213436133076}" cxnId="{AFD90200-8721-4696-AF6E-5B6E72C01F86}" type="sibTrans">
      <dgm:prSet/>
      <dgm:spPr/>
    </dgm:pt>
    <dgm:pt modelId="{F03B7F35-3FC5-4848-8D55-1281E5276A26}">
      <dgm:prSet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/>
            <a:t>SPEAKER</a:t>
          </a:r>
          <a:endParaRPr lang="en-US"/>
        </a:p>
      </dgm:t>
    </dgm:pt>
    <dgm:pt modelId="{05F69900-3C49-4675-A513-0DD7639637B4}" cxnId="{C12251E7-D5EC-43DD-94E2-798683FAF2D9}" type="parTrans">
      <dgm:prSet/>
      <dgm:spPr/>
    </dgm:pt>
    <dgm:pt modelId="{AA9285F5-2DA2-4C94-9E14-6C7074412964}" cxnId="{C12251E7-D5EC-43DD-94E2-798683FAF2D9}" type="sibTrans">
      <dgm:prSet/>
      <dgm:spPr/>
    </dgm:pt>
    <dgm:pt modelId="{E431B6B4-11A1-4F0C-8DB1-95DE278D53AE}">
      <dgm:prSet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/>
            <a:t>CONNECTING WIRE</a:t>
          </a:r>
          <a:r>
            <a:rPr lang="en-US"/>
            <a:t/>
          </a:r>
          <a:endParaRPr lang="en-US"/>
        </a:p>
      </dgm:t>
    </dgm:pt>
    <dgm:pt modelId="{83F8A92C-B5E9-47CE-95EB-0940DC66DA2F}" cxnId="{E0BD1352-02A5-4403-9007-8E3A32E681A1}" type="parTrans">
      <dgm:prSet/>
      <dgm:spPr/>
    </dgm:pt>
    <dgm:pt modelId="{970CC57F-C86E-4163-A55C-E1B0641B45F8}" cxnId="{E0BD1352-02A5-4403-9007-8E3A32E681A1}" type="sibTrans">
      <dgm:prSet/>
      <dgm:spPr/>
    </dgm:pt>
    <dgm:pt modelId="{3A30B1D0-F146-41C6-9373-8CC849B0566C}" type="pres">
      <dgm:prSet presAssocID="{800EE499-D129-484D-B5C0-D0F3AC30E8B1}" presName="linearFlow" presStyleCnt="0">
        <dgm:presLayoutVars>
          <dgm:dir/>
          <dgm:resizeHandles val="exact"/>
        </dgm:presLayoutVars>
      </dgm:prSet>
      <dgm:spPr/>
    </dgm:pt>
    <dgm:pt modelId="{65AAD8D9-A2BB-4BC0-ADC4-32A3E0934999}" type="pres">
      <dgm:prSet presAssocID="{BEB4A0DE-FB16-4C4F-8DEA-03570694B93A}" presName="composite" presStyleCnt="0"/>
      <dgm:spPr/>
    </dgm:pt>
    <dgm:pt modelId="{F8DF891C-0D10-4055-A8A8-3FC34ADEDC5B}" type="pres">
      <dgm:prSet presAssocID="{BEB4A0DE-FB16-4C4F-8DEA-03570694B93A}" presName="imgShp" presStyleLbl="fgImgPlace1" presStyleIdx="0" presStyleCnt="7"/>
      <dgm:spPr>
        <a:blipFill>
          <a:blip xmlns:r="http://schemas.openxmlformats.org/officeDocument/2006/relationships" r:embed="rId1"/>
          <a:stretch>
            <a:fillRect/>
          </a:stretch>
        </a:blipFill>
      </dgm:spPr>
    </dgm:pt>
    <dgm:pt modelId="{5D3E6026-A697-4D8F-84B5-C5321A8528B3}" type="pres">
      <dgm:prSet presAssocID="{BEB4A0DE-FB16-4C4F-8DEA-03570694B93A}" presName="txShp" presStyleLbl="node1" presStyleIdx="0" presStyleCnt="7">
        <dgm:presLayoutVars>
          <dgm:bulletEnabled val="1"/>
        </dgm:presLayoutVars>
      </dgm:prSet>
      <dgm:spPr/>
    </dgm:pt>
    <dgm:pt modelId="{01F33C7F-4C3C-42D3-8542-4BC345A10B4C}" type="pres">
      <dgm:prSet presAssocID="{66283CB7-69B8-41D5-A569-950515985F71}" presName="spacing" presStyleCnt="0"/>
      <dgm:spPr/>
    </dgm:pt>
    <dgm:pt modelId="{5373068E-DCEB-4D3C-BFF1-43C34CE727FD}" type="pres">
      <dgm:prSet presAssocID="{11A5EA0A-517A-463B-9BA8-5EB54D7D10F8}" presName="composite" presStyleCnt="0"/>
      <dgm:spPr/>
    </dgm:pt>
    <dgm:pt modelId="{48C23F44-CDC2-4998-B9C4-F737C51D3228}" type="pres">
      <dgm:prSet presAssocID="{11A5EA0A-517A-463B-9BA8-5EB54D7D10F8}" presName="imgShp" presStyleLbl="fgImgPlace1" presStyleIdx="1" presStyleCnt="7"/>
      <dgm:spPr>
        <a:blipFill>
          <a:blip xmlns:r="http://schemas.openxmlformats.org/officeDocument/2006/relationships" r:embed="rId2"/>
          <a:stretch>
            <a:fillRect/>
          </a:stretch>
        </a:blipFill>
      </dgm:spPr>
    </dgm:pt>
    <dgm:pt modelId="{DC27DDA6-73A4-45AF-8B52-70E594C6E063}" type="pres">
      <dgm:prSet presAssocID="{11A5EA0A-517A-463B-9BA8-5EB54D7D10F8}" presName="txShp" presStyleLbl="node1" presStyleIdx="1" presStyleCnt="7">
        <dgm:presLayoutVars>
          <dgm:bulletEnabled val="1"/>
        </dgm:presLayoutVars>
      </dgm:prSet>
      <dgm:spPr/>
    </dgm:pt>
    <dgm:pt modelId="{1BD648EC-230D-47E1-A618-F93D265B0703}" type="pres">
      <dgm:prSet presAssocID="{4EA87785-B7B3-4F48-BB13-D91C5DEA8DC1}" presName="spacing" presStyleCnt="0"/>
      <dgm:spPr/>
    </dgm:pt>
    <dgm:pt modelId="{7D4A810A-A6D4-47BA-AF8D-AB4F73C04080}" type="pres">
      <dgm:prSet presAssocID="{25EF8B53-4C57-43A4-9FE1-40C318A0AD88}" presName="composite" presStyleCnt="0"/>
      <dgm:spPr/>
    </dgm:pt>
    <dgm:pt modelId="{69DE5637-6198-4292-ADFF-69DC2A063BC5}" type="pres">
      <dgm:prSet presAssocID="{25EF8B53-4C57-43A4-9FE1-40C318A0AD88}" presName="imgShp" presStyleLbl="fgImgPlace1" presStyleIdx="2" presStyleCnt="7"/>
      <dgm:spPr>
        <a:blipFill>
          <a:blip xmlns:r="http://schemas.openxmlformats.org/officeDocument/2006/relationships" r:embed="rId3"/>
          <a:stretch>
            <a:fillRect/>
          </a:stretch>
        </a:blipFill>
      </dgm:spPr>
    </dgm:pt>
    <dgm:pt modelId="{00C34D87-B2DD-493A-BAA2-1A14EA17DEB1}" type="pres">
      <dgm:prSet presAssocID="{25EF8B53-4C57-43A4-9FE1-40C318A0AD88}" presName="txShp" presStyleLbl="node1" presStyleIdx="2" presStyleCnt="7">
        <dgm:presLayoutVars>
          <dgm:bulletEnabled val="1"/>
        </dgm:presLayoutVars>
      </dgm:prSet>
      <dgm:spPr/>
    </dgm:pt>
    <dgm:pt modelId="{1152706F-3B3B-47A5-9EA0-2E54745392A6}" type="pres">
      <dgm:prSet presAssocID="{F463D266-32E5-414A-9781-DA46FFE60955}" presName="spacing" presStyleCnt="0"/>
      <dgm:spPr/>
    </dgm:pt>
    <dgm:pt modelId="{AEB2D038-E443-4E18-A233-8FCA6A58787F}" type="pres">
      <dgm:prSet presAssocID="{38E53CEC-614D-4003-B5A7-0A3B000D2949}" presName="composite" presStyleCnt="0"/>
      <dgm:spPr/>
    </dgm:pt>
    <dgm:pt modelId="{1D4A12F6-A94E-457D-825E-1ACBE9E4B1E6}" type="pres">
      <dgm:prSet presAssocID="{38E53CEC-614D-4003-B5A7-0A3B000D2949}" presName="imgShp" presStyleLbl="fgImgPlace1" presStyleIdx="3" presStyleCnt="7"/>
      <dgm:spPr>
        <a:blipFill>
          <a:blip xmlns:r="http://schemas.openxmlformats.org/officeDocument/2006/relationships" r:embed="rId4"/>
          <a:stretch>
            <a:fillRect/>
          </a:stretch>
        </a:blipFill>
      </dgm:spPr>
    </dgm:pt>
    <dgm:pt modelId="{51339FD0-C556-448B-9380-F6D1D27058FC}" type="pres">
      <dgm:prSet presAssocID="{38E53CEC-614D-4003-B5A7-0A3B000D2949}" presName="txShp" presStyleLbl="node1" presStyleIdx="3" presStyleCnt="7">
        <dgm:presLayoutVars>
          <dgm:bulletEnabled val="1"/>
        </dgm:presLayoutVars>
      </dgm:prSet>
      <dgm:spPr/>
    </dgm:pt>
    <dgm:pt modelId="{9064107B-09CD-4108-9E60-CB25D2B47DE4}" type="pres">
      <dgm:prSet presAssocID="{D731FFD8-44CC-43DB-8854-D48324F9F470}" presName="spacing" presStyleCnt="0"/>
      <dgm:spPr/>
    </dgm:pt>
    <dgm:pt modelId="{C1148A1A-CBD4-4881-BDDB-F1553C1D3A97}" type="pres">
      <dgm:prSet presAssocID="{90F01F84-CEB0-4E6A-BB7F-72328B7D6490}" presName="composite" presStyleCnt="0"/>
      <dgm:spPr/>
    </dgm:pt>
    <dgm:pt modelId="{8538AB9E-B90B-4BAC-B692-02145040D6D1}" type="pres">
      <dgm:prSet presAssocID="{90F01F84-CEB0-4E6A-BB7F-72328B7D6490}" presName="imgShp" presStyleLbl="fgImgPlace1" presStyleIdx="4" presStyleCnt="7"/>
      <dgm:spPr>
        <a:blipFill>
          <a:blip xmlns:r="http://schemas.openxmlformats.org/officeDocument/2006/relationships" r:embed="rId5"/>
          <a:stretch>
            <a:fillRect/>
          </a:stretch>
        </a:blipFill>
      </dgm:spPr>
    </dgm:pt>
    <dgm:pt modelId="{90D5431F-41D6-46A8-9970-022FA0EA65DF}" type="pres">
      <dgm:prSet presAssocID="{90F01F84-CEB0-4E6A-BB7F-72328B7D6490}" presName="txShp" presStyleLbl="node1" presStyleIdx="4" presStyleCnt="7">
        <dgm:presLayoutVars>
          <dgm:bulletEnabled val="1"/>
        </dgm:presLayoutVars>
      </dgm:prSet>
      <dgm:spPr/>
    </dgm:pt>
    <dgm:pt modelId="{1A16D3A4-D23F-4BA5-BC53-9F8E6BCBE924}" type="pres">
      <dgm:prSet presAssocID="{67858751-9140-4262-A9E8-213436133076}" presName="spacing" presStyleCnt="0"/>
      <dgm:spPr/>
    </dgm:pt>
    <dgm:pt modelId="{CC0605F6-F0A8-4C8E-9D8A-30CCC3163E70}" type="pres">
      <dgm:prSet presAssocID="{F03B7F35-3FC5-4848-8D55-1281E5276A26}" presName="composite" presStyleCnt="0"/>
      <dgm:spPr/>
    </dgm:pt>
    <dgm:pt modelId="{42D9B8E0-C6D0-4DFD-AF15-770A0AF2B05C}" type="pres">
      <dgm:prSet presAssocID="{F03B7F35-3FC5-4848-8D55-1281E5276A26}" presName="imgShp" presStyleLbl="fgImgPlace1" presStyleIdx="5" presStyleCnt="7"/>
      <dgm:spPr>
        <a:blipFill>
          <a:blip xmlns:r="http://schemas.openxmlformats.org/officeDocument/2006/relationships" r:embed="rId6"/>
          <a:stretch>
            <a:fillRect/>
          </a:stretch>
        </a:blipFill>
      </dgm:spPr>
    </dgm:pt>
    <dgm:pt modelId="{6942A698-8889-4FA6-93BC-EE9564C82A65}" type="pres">
      <dgm:prSet presAssocID="{F03B7F35-3FC5-4848-8D55-1281E5276A26}" presName="txShp" presStyleLbl="node1" presStyleIdx="5" presStyleCnt="7">
        <dgm:presLayoutVars>
          <dgm:bulletEnabled val="1"/>
        </dgm:presLayoutVars>
      </dgm:prSet>
      <dgm:spPr/>
    </dgm:pt>
    <dgm:pt modelId="{B56A7861-F721-485C-8FB6-5AE1D4F6BB51}" type="pres">
      <dgm:prSet presAssocID="{AA9285F5-2DA2-4C94-9E14-6C7074412964}" presName="spacing" presStyleCnt="0"/>
      <dgm:spPr/>
    </dgm:pt>
    <dgm:pt modelId="{7F6E2CDC-8815-49B3-896E-B4EECDEF2D6B}" type="pres">
      <dgm:prSet presAssocID="{E431B6B4-11A1-4F0C-8DB1-95DE278D53AE}" presName="composite" presStyleCnt="0"/>
      <dgm:spPr/>
    </dgm:pt>
    <dgm:pt modelId="{91523CB1-220B-4A11-952E-42E132DF3896}" type="pres">
      <dgm:prSet presAssocID="{E431B6B4-11A1-4F0C-8DB1-95DE278D53AE}" presName="imgShp" presStyleLbl="fgImgPlace1" presStyleIdx="6" presStyleCnt="7"/>
      <dgm:spPr>
        <a:blipFill>
          <a:blip xmlns:r="http://schemas.openxmlformats.org/officeDocument/2006/relationships" r:embed="rId7"/>
          <a:stretch>
            <a:fillRect/>
          </a:stretch>
        </a:blipFill>
      </dgm:spPr>
    </dgm:pt>
    <dgm:pt modelId="{FB18187D-973D-4393-BCA5-B337DC466375}" type="pres">
      <dgm:prSet presAssocID="{E431B6B4-11A1-4F0C-8DB1-95DE278D53AE}" presName="txShp" presStyleLbl="node1" presStyleIdx="6" presStyleCnt="7">
        <dgm:presLayoutVars>
          <dgm:bulletEnabled val="1"/>
        </dgm:presLayoutVars>
      </dgm:prSet>
      <dgm:spPr/>
    </dgm:pt>
  </dgm:ptLst>
  <dgm:cxnLst>
    <dgm:cxn modelId="{DD367F77-AFBC-49ED-A02D-C8AFBFE69DB8}" srcId="{800EE499-D129-484D-B5C0-D0F3AC30E8B1}" destId="{BEB4A0DE-FB16-4C4F-8DEA-03570694B93A}" srcOrd="0" destOrd="0" parTransId="{A1CD0B47-03FC-4535-A972-2673574CE2F3}" sibTransId="{66283CB7-69B8-41D5-A569-950515985F71}"/>
    <dgm:cxn modelId="{2B4354CF-431A-46FD-B397-04A438FA357C}" srcId="{800EE499-D129-484D-B5C0-D0F3AC30E8B1}" destId="{11A5EA0A-517A-463B-9BA8-5EB54D7D10F8}" srcOrd="1" destOrd="0" parTransId="{E2B15CF1-464F-45CC-BFE4-6F0AA417C19E}" sibTransId="{4EA87785-B7B3-4F48-BB13-D91C5DEA8DC1}"/>
    <dgm:cxn modelId="{4D6AFB02-7F38-4A3C-8CEA-EEC98F3EAF46}" srcId="{800EE499-D129-484D-B5C0-D0F3AC30E8B1}" destId="{25EF8B53-4C57-43A4-9FE1-40C318A0AD88}" srcOrd="2" destOrd="0" parTransId="{62CE1C4C-AE05-4247-9728-BCA5F5CA780A}" sibTransId="{F463D266-32E5-414A-9781-DA46FFE60955}"/>
    <dgm:cxn modelId="{F793173F-6CD2-4246-95BD-FC51E90C67E2}" srcId="{800EE499-D129-484D-B5C0-D0F3AC30E8B1}" destId="{38E53CEC-614D-4003-B5A7-0A3B000D2949}" srcOrd="3" destOrd="0" parTransId="{60C45728-2D56-4A80-B823-8F58D0E0CDDA}" sibTransId="{D731FFD8-44CC-43DB-8854-D48324F9F470}"/>
    <dgm:cxn modelId="{AFD90200-8721-4696-AF6E-5B6E72C01F86}" srcId="{800EE499-D129-484D-B5C0-D0F3AC30E8B1}" destId="{90F01F84-CEB0-4E6A-BB7F-72328B7D6490}" srcOrd="4" destOrd="0" parTransId="{AEB17EFD-0650-417F-8305-908BF382180E}" sibTransId="{67858751-9140-4262-A9E8-213436133076}"/>
    <dgm:cxn modelId="{C12251E7-D5EC-43DD-94E2-798683FAF2D9}" srcId="{800EE499-D129-484D-B5C0-D0F3AC30E8B1}" destId="{F03B7F35-3FC5-4848-8D55-1281E5276A26}" srcOrd="5" destOrd="0" parTransId="{05F69900-3C49-4675-A513-0DD7639637B4}" sibTransId="{AA9285F5-2DA2-4C94-9E14-6C7074412964}"/>
    <dgm:cxn modelId="{E0BD1352-02A5-4403-9007-8E3A32E681A1}" srcId="{800EE499-D129-484D-B5C0-D0F3AC30E8B1}" destId="{E431B6B4-11A1-4F0C-8DB1-95DE278D53AE}" srcOrd="6" destOrd="0" parTransId="{83F8A92C-B5E9-47CE-95EB-0940DC66DA2F}" sibTransId="{970CC57F-C86E-4163-A55C-E1B0641B45F8}"/>
    <dgm:cxn modelId="{CD22E692-4062-44EC-B1F5-847BF7F47154}" type="presOf" srcId="{800EE499-D129-484D-B5C0-D0F3AC30E8B1}" destId="{3A30B1D0-F146-41C6-9373-8CC849B0566C}" srcOrd="0" destOrd="0" presId="urn:microsoft.com/office/officeart/2005/8/layout/vList3"/>
    <dgm:cxn modelId="{15E2104D-F652-4FCB-80B9-47FBCEB624E2}" type="presParOf" srcId="{3A30B1D0-F146-41C6-9373-8CC849B0566C}" destId="{65AAD8D9-A2BB-4BC0-ADC4-32A3E0934999}" srcOrd="0" destOrd="0" presId="urn:microsoft.com/office/officeart/2005/8/layout/vList3"/>
    <dgm:cxn modelId="{3DDEB53A-1317-4E21-863B-D11E3A59AEEC}" type="presParOf" srcId="{65AAD8D9-A2BB-4BC0-ADC4-32A3E0934999}" destId="{F8DF891C-0D10-4055-A8A8-3FC34ADEDC5B}" srcOrd="0" destOrd="0" presId="urn:microsoft.com/office/officeart/2005/8/layout/vList3"/>
    <dgm:cxn modelId="{ED451C67-6B75-48FA-9E0B-962DE445BF0F}" type="presParOf" srcId="{65AAD8D9-A2BB-4BC0-ADC4-32A3E0934999}" destId="{5D3E6026-A697-4D8F-84B5-C5321A8528B3}" srcOrd="1" destOrd="0" presId="urn:microsoft.com/office/officeart/2005/8/layout/vList3"/>
    <dgm:cxn modelId="{835B6D77-38E6-4361-A039-0560615836FD}" type="presOf" srcId="{BEB4A0DE-FB16-4C4F-8DEA-03570694B93A}" destId="{5D3E6026-A697-4D8F-84B5-C5321A8528B3}" srcOrd="0" destOrd="0" presId="urn:microsoft.com/office/officeart/2005/8/layout/vList3"/>
    <dgm:cxn modelId="{57E69CF2-5CC3-4CC6-B11D-98C59E7BDB64}" type="presParOf" srcId="{3A30B1D0-F146-41C6-9373-8CC849B0566C}" destId="{01F33C7F-4C3C-42D3-8542-4BC345A10B4C}" srcOrd="1" destOrd="0" presId="urn:microsoft.com/office/officeart/2005/8/layout/vList3"/>
    <dgm:cxn modelId="{4478EBEF-01F5-426E-AB6F-5FDB97334CDF}" type="presOf" srcId="{66283CB7-69B8-41D5-A569-950515985F71}" destId="{01F33C7F-4C3C-42D3-8542-4BC345A10B4C}" srcOrd="0" destOrd="0" presId="urn:microsoft.com/office/officeart/2005/8/layout/vList3"/>
    <dgm:cxn modelId="{AA3A7A93-47D7-4AD4-A6D4-7B437A6E5422}" type="presParOf" srcId="{3A30B1D0-F146-41C6-9373-8CC849B0566C}" destId="{5373068E-DCEB-4D3C-BFF1-43C34CE727FD}" srcOrd="2" destOrd="0" presId="urn:microsoft.com/office/officeart/2005/8/layout/vList3"/>
    <dgm:cxn modelId="{7010158F-B222-4FCE-B2BF-9F29BF3A832A}" type="presParOf" srcId="{5373068E-DCEB-4D3C-BFF1-43C34CE727FD}" destId="{48C23F44-CDC2-4998-B9C4-F737C51D3228}" srcOrd="0" destOrd="2" presId="urn:microsoft.com/office/officeart/2005/8/layout/vList3"/>
    <dgm:cxn modelId="{15C074CA-7017-47E4-93CF-BA46B208D802}" type="presParOf" srcId="{5373068E-DCEB-4D3C-BFF1-43C34CE727FD}" destId="{DC27DDA6-73A4-45AF-8B52-70E594C6E063}" srcOrd="1" destOrd="2" presId="urn:microsoft.com/office/officeart/2005/8/layout/vList3"/>
    <dgm:cxn modelId="{342907F0-F4D3-4BEF-BE8E-8BDE179E1A00}" type="presOf" srcId="{11A5EA0A-517A-463B-9BA8-5EB54D7D10F8}" destId="{DC27DDA6-73A4-45AF-8B52-70E594C6E063}" srcOrd="0" destOrd="0" presId="urn:microsoft.com/office/officeart/2005/8/layout/vList3"/>
    <dgm:cxn modelId="{DD6CC4E1-C598-4B83-8066-951A5454DF0F}" type="presParOf" srcId="{3A30B1D0-F146-41C6-9373-8CC849B0566C}" destId="{1BD648EC-230D-47E1-A618-F93D265B0703}" srcOrd="3" destOrd="0" presId="urn:microsoft.com/office/officeart/2005/8/layout/vList3"/>
    <dgm:cxn modelId="{C37298E4-BFC2-47C5-AE8C-A23E5E538B72}" type="presOf" srcId="{4EA87785-B7B3-4F48-BB13-D91C5DEA8DC1}" destId="{1BD648EC-230D-47E1-A618-F93D265B0703}" srcOrd="0" destOrd="0" presId="urn:microsoft.com/office/officeart/2005/8/layout/vList3"/>
    <dgm:cxn modelId="{24E34406-AB54-463A-8730-BAE3C1AE35CC}" type="presParOf" srcId="{3A30B1D0-F146-41C6-9373-8CC849B0566C}" destId="{7D4A810A-A6D4-47BA-AF8D-AB4F73C04080}" srcOrd="4" destOrd="0" presId="urn:microsoft.com/office/officeart/2005/8/layout/vList3"/>
    <dgm:cxn modelId="{DEFE6934-7A75-4D00-A822-2A007B41A761}" type="presParOf" srcId="{7D4A810A-A6D4-47BA-AF8D-AB4F73C04080}" destId="{69DE5637-6198-4292-ADFF-69DC2A063BC5}" srcOrd="0" destOrd="4" presId="urn:microsoft.com/office/officeart/2005/8/layout/vList3"/>
    <dgm:cxn modelId="{B8A231B4-11E5-4088-B6BD-8AA2FF04EAEC}" type="presParOf" srcId="{7D4A810A-A6D4-47BA-AF8D-AB4F73C04080}" destId="{00C34D87-B2DD-493A-BAA2-1A14EA17DEB1}" srcOrd="1" destOrd="4" presId="urn:microsoft.com/office/officeart/2005/8/layout/vList3"/>
    <dgm:cxn modelId="{141FA851-0D7A-4AF3-8413-651B2BFA63B7}" type="presOf" srcId="{25EF8B53-4C57-43A4-9FE1-40C318A0AD88}" destId="{00C34D87-B2DD-493A-BAA2-1A14EA17DEB1}" srcOrd="0" destOrd="0" presId="urn:microsoft.com/office/officeart/2005/8/layout/vList3"/>
    <dgm:cxn modelId="{99E1DFB2-80BB-4131-834D-BB754936BA1F}" type="presParOf" srcId="{3A30B1D0-F146-41C6-9373-8CC849B0566C}" destId="{1152706F-3B3B-47A5-9EA0-2E54745392A6}" srcOrd="5" destOrd="0" presId="urn:microsoft.com/office/officeart/2005/8/layout/vList3"/>
    <dgm:cxn modelId="{BC66299B-7EFE-4803-BE18-0798680D5DDA}" type="presOf" srcId="{F463D266-32E5-414A-9781-DA46FFE60955}" destId="{1152706F-3B3B-47A5-9EA0-2E54745392A6}" srcOrd="0" destOrd="0" presId="urn:microsoft.com/office/officeart/2005/8/layout/vList3"/>
    <dgm:cxn modelId="{8E97C3CF-4DDB-4B94-9BCF-589ED5F4D686}" type="presParOf" srcId="{3A30B1D0-F146-41C6-9373-8CC849B0566C}" destId="{AEB2D038-E443-4E18-A233-8FCA6A58787F}" srcOrd="6" destOrd="0" presId="urn:microsoft.com/office/officeart/2005/8/layout/vList3"/>
    <dgm:cxn modelId="{65B3743D-2DF2-45E2-9A8F-BE6160376A7A}" type="presParOf" srcId="{AEB2D038-E443-4E18-A233-8FCA6A58787F}" destId="{1D4A12F6-A94E-457D-825E-1ACBE9E4B1E6}" srcOrd="0" destOrd="6" presId="urn:microsoft.com/office/officeart/2005/8/layout/vList3"/>
    <dgm:cxn modelId="{C7995182-FEA5-4A74-B642-2DA59ABF5D30}" type="presParOf" srcId="{AEB2D038-E443-4E18-A233-8FCA6A58787F}" destId="{51339FD0-C556-448B-9380-F6D1D27058FC}" srcOrd="1" destOrd="6" presId="urn:microsoft.com/office/officeart/2005/8/layout/vList3"/>
    <dgm:cxn modelId="{38C3DEC1-5FED-42CB-B8A0-2D4599C37F00}" type="presOf" srcId="{38E53CEC-614D-4003-B5A7-0A3B000D2949}" destId="{51339FD0-C556-448B-9380-F6D1D27058FC}" srcOrd="0" destOrd="0" presId="urn:microsoft.com/office/officeart/2005/8/layout/vList3"/>
    <dgm:cxn modelId="{F6CAE7F7-5A00-4AD2-8121-C29F2EFB9DE9}" type="presParOf" srcId="{3A30B1D0-F146-41C6-9373-8CC849B0566C}" destId="{9064107B-09CD-4108-9E60-CB25D2B47DE4}" srcOrd="7" destOrd="0" presId="urn:microsoft.com/office/officeart/2005/8/layout/vList3"/>
    <dgm:cxn modelId="{0BBC3D7C-C633-4BA7-B6D5-DBFF0868C07B}" type="presOf" srcId="{D731FFD8-44CC-43DB-8854-D48324F9F470}" destId="{9064107B-09CD-4108-9E60-CB25D2B47DE4}" srcOrd="0" destOrd="0" presId="urn:microsoft.com/office/officeart/2005/8/layout/vList3"/>
    <dgm:cxn modelId="{DF4C1250-0125-4452-9B8F-419C3912F4E5}" type="presParOf" srcId="{3A30B1D0-F146-41C6-9373-8CC849B0566C}" destId="{C1148A1A-CBD4-4881-BDDB-F1553C1D3A97}" srcOrd="8" destOrd="0" presId="urn:microsoft.com/office/officeart/2005/8/layout/vList3"/>
    <dgm:cxn modelId="{63C39724-324D-4C58-BD96-51A8603767BB}" type="presParOf" srcId="{C1148A1A-CBD4-4881-BDDB-F1553C1D3A97}" destId="{8538AB9E-B90B-4BAC-B692-02145040D6D1}" srcOrd="0" destOrd="8" presId="urn:microsoft.com/office/officeart/2005/8/layout/vList3"/>
    <dgm:cxn modelId="{C7EBE87C-6162-424C-B4AD-29A766CA28F3}" type="presParOf" srcId="{C1148A1A-CBD4-4881-BDDB-F1553C1D3A97}" destId="{90D5431F-41D6-46A8-9970-022FA0EA65DF}" srcOrd="1" destOrd="8" presId="urn:microsoft.com/office/officeart/2005/8/layout/vList3"/>
    <dgm:cxn modelId="{FEEB2447-ED82-4AFC-A782-A52674D18C4E}" type="presOf" srcId="{90F01F84-CEB0-4E6A-BB7F-72328B7D6490}" destId="{90D5431F-41D6-46A8-9970-022FA0EA65DF}" srcOrd="0" destOrd="0" presId="urn:microsoft.com/office/officeart/2005/8/layout/vList3"/>
    <dgm:cxn modelId="{90F569EF-4E07-4B80-9880-32D04A87E9A7}" type="presParOf" srcId="{3A30B1D0-F146-41C6-9373-8CC849B0566C}" destId="{1A16D3A4-D23F-4BA5-BC53-9F8E6BCBE924}" srcOrd="9" destOrd="0" presId="urn:microsoft.com/office/officeart/2005/8/layout/vList3"/>
    <dgm:cxn modelId="{5601B571-2282-4FC5-B1D7-CDDB40D468F9}" type="presOf" srcId="{67858751-9140-4262-A9E8-213436133076}" destId="{1A16D3A4-D23F-4BA5-BC53-9F8E6BCBE924}" srcOrd="0" destOrd="0" presId="urn:microsoft.com/office/officeart/2005/8/layout/vList3"/>
    <dgm:cxn modelId="{F78F1B7E-E22A-4DF6-88FE-662113E9D53C}" type="presParOf" srcId="{3A30B1D0-F146-41C6-9373-8CC849B0566C}" destId="{CC0605F6-F0A8-4C8E-9D8A-30CCC3163E70}" srcOrd="10" destOrd="0" presId="urn:microsoft.com/office/officeart/2005/8/layout/vList3"/>
    <dgm:cxn modelId="{E96D553F-ADF7-45A6-B957-3E1A89B73604}" type="presParOf" srcId="{CC0605F6-F0A8-4C8E-9D8A-30CCC3163E70}" destId="{42D9B8E0-C6D0-4DFD-AF15-770A0AF2B05C}" srcOrd="0" destOrd="10" presId="urn:microsoft.com/office/officeart/2005/8/layout/vList3"/>
    <dgm:cxn modelId="{AB2AA107-DDD1-4A43-9FCB-DA5DBABAA1D2}" type="presParOf" srcId="{CC0605F6-F0A8-4C8E-9D8A-30CCC3163E70}" destId="{6942A698-8889-4FA6-93BC-EE9564C82A65}" srcOrd="1" destOrd="10" presId="urn:microsoft.com/office/officeart/2005/8/layout/vList3"/>
    <dgm:cxn modelId="{F8B03586-0694-4505-B15B-DFCCC22A4097}" type="presOf" srcId="{F03B7F35-3FC5-4848-8D55-1281E5276A26}" destId="{6942A698-8889-4FA6-93BC-EE9564C82A65}" srcOrd="0" destOrd="0" presId="urn:microsoft.com/office/officeart/2005/8/layout/vList3"/>
    <dgm:cxn modelId="{AB493987-FCEF-43BB-98CA-1D420B09C02A}" type="presParOf" srcId="{3A30B1D0-F146-41C6-9373-8CC849B0566C}" destId="{B56A7861-F721-485C-8FB6-5AE1D4F6BB51}" srcOrd="11" destOrd="0" presId="urn:microsoft.com/office/officeart/2005/8/layout/vList3"/>
    <dgm:cxn modelId="{AED82959-FE16-4DDE-BF35-BB7EBC1AD02E}" type="presOf" srcId="{AA9285F5-2DA2-4C94-9E14-6C7074412964}" destId="{B56A7861-F721-485C-8FB6-5AE1D4F6BB51}" srcOrd="0" destOrd="0" presId="urn:microsoft.com/office/officeart/2005/8/layout/vList3"/>
    <dgm:cxn modelId="{F5024EAA-5338-4B0C-898F-806B96B62C99}" type="presParOf" srcId="{3A30B1D0-F146-41C6-9373-8CC849B0566C}" destId="{7F6E2CDC-8815-49B3-896E-B4EECDEF2D6B}" srcOrd="12" destOrd="0" presId="urn:microsoft.com/office/officeart/2005/8/layout/vList3"/>
    <dgm:cxn modelId="{08EF4578-5847-4071-B05B-C6A6A9C610B4}" type="presParOf" srcId="{7F6E2CDC-8815-49B3-896E-B4EECDEF2D6B}" destId="{91523CB1-220B-4A11-952E-42E132DF3896}" srcOrd="0" destOrd="12" presId="urn:microsoft.com/office/officeart/2005/8/layout/vList3"/>
    <dgm:cxn modelId="{6683A0DF-C421-4530-937C-64232DF7F254}" type="presParOf" srcId="{7F6E2CDC-8815-49B3-896E-B4EECDEF2D6B}" destId="{FB18187D-973D-4393-BCA5-B337DC466375}" srcOrd="1" destOrd="12" presId="urn:microsoft.com/office/officeart/2005/8/layout/vList3"/>
    <dgm:cxn modelId="{5D1E56A1-3084-4834-BF7C-730BC25E0F3C}" type="presOf" srcId="{E431B6B4-11A1-4F0C-8DB1-95DE278D53AE}" destId="{FB18187D-973D-4393-BCA5-B337DC466375}" srcOrd="0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8CED798-24A6-4160-A4DF-B0E5BB8236C2}" type="doc">
      <dgm:prSet loTypeId="list" loCatId="list" qsTypeId="urn:microsoft.com/office/officeart/2005/8/quickstyle/simple1" qsCatId="simple" csTypeId="urn:microsoft.com/office/officeart/2005/8/colors/colorful1" csCatId="accent1" phldr="0"/>
      <dgm:spPr/>
      <dgm:t>
        <a:bodyPr/>
        <a:p>
          <a:endParaRPr lang="en-US"/>
        </a:p>
      </dgm:t>
    </dgm:pt>
    <dgm:pt modelId="{91F5AF42-2E8E-47F5-BC8E-D4C7FA9FA290}">
      <dgm:prSet phldrT="[Text]"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/>
            <a:t>NITROGEN</a:t>
          </a:r>
          <a:r>
            <a:rPr lang="en-US"/>
            <a:t/>
          </a:r>
          <a:endParaRPr lang="en-US"/>
        </a:p>
      </dgm:t>
    </dgm:pt>
    <dgm:pt modelId="{3A37C892-50B7-47F1-86AA-3FDF5EB4EE9B}" cxnId="{7CBEC6A0-2850-45DA-A7CA-17FF8E23A901}" type="parTrans">
      <dgm:prSet/>
      <dgm:spPr/>
      <dgm:t>
        <a:bodyPr/>
        <a:p>
          <a:endParaRPr lang="en-US"/>
        </a:p>
      </dgm:t>
    </dgm:pt>
    <dgm:pt modelId="{63B1AD43-9D20-4050-A552-EF02B5A2392B}" cxnId="{7CBEC6A0-2850-45DA-A7CA-17FF8E23A901}" type="sibTrans">
      <dgm:prSet/>
      <dgm:spPr/>
      <dgm:t>
        <a:bodyPr/>
        <a:p>
          <a:endParaRPr lang="en-US"/>
        </a:p>
      </dgm:t>
    </dgm:pt>
    <dgm:pt modelId="{280D5902-A14D-4C39-A125-DEF43C7815E8}">
      <dgm:prSet phldrT="[Text]"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/>
            <a:t>PHOSPHOROUS</a:t>
          </a:r>
          <a:r>
            <a:rPr lang="en-US"/>
            <a:t/>
          </a:r>
          <a:endParaRPr lang="en-US"/>
        </a:p>
      </dgm:t>
    </dgm:pt>
    <dgm:pt modelId="{0BF6BCDE-F41A-4644-928D-D095CDC58CED}" cxnId="{80602AF6-AF5B-4B3B-8EA3-92A424DEA557}" type="parTrans">
      <dgm:prSet/>
      <dgm:spPr/>
      <dgm:t>
        <a:bodyPr/>
        <a:p>
          <a:endParaRPr lang="en-US"/>
        </a:p>
      </dgm:t>
    </dgm:pt>
    <dgm:pt modelId="{CC55538B-3B09-4E9F-877D-7D4FB05A20D8}" cxnId="{80602AF6-AF5B-4B3B-8EA3-92A424DEA557}" type="sibTrans">
      <dgm:prSet/>
      <dgm:spPr/>
      <dgm:t>
        <a:bodyPr/>
        <a:p>
          <a:endParaRPr lang="en-US"/>
        </a:p>
      </dgm:t>
    </dgm:pt>
    <dgm:pt modelId="{36E5B5FE-7A44-47A1-8F92-B088257A2152}">
      <dgm:prSet phldrT="[Text]"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/>
            <a:t>POTTASSIUM</a:t>
          </a:r>
          <a:r>
            <a:rPr lang="en-US"/>
            <a:t/>
          </a:r>
          <a:endParaRPr lang="en-US"/>
        </a:p>
      </dgm:t>
    </dgm:pt>
    <dgm:pt modelId="{7926F024-4AEC-4671-BBB1-3CE0B2112B8B}" cxnId="{67B6B41E-2541-40B9-8CB8-6CEB5E038250}" type="parTrans">
      <dgm:prSet/>
      <dgm:spPr/>
      <dgm:t>
        <a:bodyPr/>
        <a:p>
          <a:endParaRPr lang="en-US"/>
        </a:p>
      </dgm:t>
    </dgm:pt>
    <dgm:pt modelId="{BC0418CD-7831-4545-B1D9-93D351CF53C3}" cxnId="{67B6B41E-2541-40B9-8CB8-6CEB5E038250}" type="sibTrans">
      <dgm:prSet/>
      <dgm:spPr/>
      <dgm:t>
        <a:bodyPr/>
        <a:p>
          <a:endParaRPr lang="en-US"/>
        </a:p>
      </dgm:t>
    </dgm:pt>
    <dgm:pt modelId="{D82838E6-C31C-4EBD-B58C-0C991331B678}">
      <dgm:prSet phldrT="[Text]"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/>
            <a:t>PH</a:t>
          </a:r>
          <a:r>
            <a:rPr lang="en-US"/>
            <a:t/>
          </a:r>
          <a:endParaRPr lang="en-US"/>
        </a:p>
      </dgm:t>
    </dgm:pt>
    <dgm:pt modelId="{DC284D5C-B7A8-4E26-BDF6-E69402B2873F}" cxnId="{72281D21-0AEB-466B-AF5B-37C6035C8101}" type="parTrans">
      <dgm:prSet/>
      <dgm:spPr/>
      <dgm:t>
        <a:bodyPr/>
        <a:p>
          <a:endParaRPr lang="en-US"/>
        </a:p>
      </dgm:t>
    </dgm:pt>
    <dgm:pt modelId="{74B5F767-2303-4D5A-8FD7-570D52523413}" cxnId="{72281D21-0AEB-466B-AF5B-37C6035C8101}" type="sibTrans">
      <dgm:prSet/>
      <dgm:spPr/>
      <dgm:t>
        <a:bodyPr/>
        <a:p>
          <a:endParaRPr lang="en-US"/>
        </a:p>
      </dgm:t>
    </dgm:pt>
    <dgm:pt modelId="{ACAD94CF-4705-4EE2-8008-B8F7BB54C808}">
      <dgm:prSet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/>
            <a:t>EC</a:t>
          </a:r>
          <a:r>
            <a:rPr lang="en-US"/>
            <a:t/>
          </a:r>
          <a:endParaRPr lang="en-US"/>
        </a:p>
      </dgm:t>
    </dgm:pt>
    <dgm:pt modelId="{B5701DF0-7D4F-4F99-B77A-15D49E8B5A8E}" cxnId="{7A9BE664-7A7F-4173-BE23-D5BFEF629E16}" type="parTrans">
      <dgm:prSet/>
      <dgm:spPr/>
    </dgm:pt>
    <dgm:pt modelId="{A774085C-78CC-4D99-ADBC-7F7B83CE4936}" cxnId="{7A9BE664-7A7F-4173-BE23-D5BFEF629E16}" type="sibTrans">
      <dgm:prSet/>
      <dgm:spPr/>
    </dgm:pt>
    <dgm:pt modelId="{173FB98F-A4AE-4137-8E97-B226440B814C}">
      <dgm:prSet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/>
            <a:t>TEMPERATURE</a:t>
          </a:r>
          <a:r>
            <a:rPr lang="en-US"/>
            <a:t/>
          </a:r>
          <a:endParaRPr lang="en-US"/>
        </a:p>
      </dgm:t>
    </dgm:pt>
    <dgm:pt modelId="{3EDBD4FA-E75A-44F6-BAF7-F0349B063BE1}" cxnId="{145DB3FC-C099-45A5-92C4-544F7CA51A4D}" type="parTrans">
      <dgm:prSet/>
      <dgm:spPr/>
    </dgm:pt>
    <dgm:pt modelId="{92931294-B21B-4AFD-B8EC-EF3A732312B3}" cxnId="{145DB3FC-C099-45A5-92C4-544F7CA51A4D}" type="sibTrans">
      <dgm:prSet/>
      <dgm:spPr/>
    </dgm:pt>
    <dgm:pt modelId="{00D0891A-1924-41C2-BD6A-4BAF4027AB82}">
      <dgm:prSet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/>
            <a:t>HUMIDITY</a:t>
          </a:r>
          <a:r>
            <a:rPr lang="en-US"/>
            <a:t/>
          </a:r>
          <a:endParaRPr lang="en-US"/>
        </a:p>
      </dgm:t>
    </dgm:pt>
    <dgm:pt modelId="{76189543-DE73-44A2-BEC9-BE58B2AA4798}" cxnId="{7B592996-7E1D-4A37-82B0-ACC20500515B}" type="parTrans">
      <dgm:prSet/>
      <dgm:spPr/>
    </dgm:pt>
    <dgm:pt modelId="{006FBE0A-5534-4885-8AF3-101C22DD5617}" cxnId="{7B592996-7E1D-4A37-82B0-ACC20500515B}" type="sibTrans">
      <dgm:prSet/>
      <dgm:spPr/>
    </dgm:pt>
    <dgm:pt modelId="{906887FB-01DE-46E1-9312-97F8DF38EE6D}" type="pres">
      <dgm:prSet presAssocID="{98CED798-24A6-4160-A4DF-B0E5BB8236C2}" presName="diagram" presStyleCnt="0">
        <dgm:presLayoutVars>
          <dgm:dir/>
          <dgm:resizeHandles val="exact"/>
        </dgm:presLayoutVars>
      </dgm:prSet>
      <dgm:spPr/>
    </dgm:pt>
    <dgm:pt modelId="{8EA24BC0-0B8D-42E9-A25F-7CA5AD90CCA1}" type="pres">
      <dgm:prSet presAssocID="{91F5AF42-2E8E-47F5-BC8E-D4C7FA9FA290}" presName="node" presStyleLbl="node1" presStyleIdx="0" presStyleCnt="7">
        <dgm:presLayoutVars>
          <dgm:bulletEnabled val="1"/>
        </dgm:presLayoutVars>
      </dgm:prSet>
      <dgm:spPr/>
    </dgm:pt>
    <dgm:pt modelId="{6C2FC485-DEBF-4CB8-855D-A9838793F3F3}" type="pres">
      <dgm:prSet presAssocID="{63B1AD43-9D20-4050-A552-EF02B5A2392B}" presName="sibTrans" presStyleCnt="0"/>
      <dgm:spPr/>
    </dgm:pt>
    <dgm:pt modelId="{A3974D1E-D32E-47DA-BFE3-BD66226FC69C}" type="pres">
      <dgm:prSet presAssocID="{280D5902-A14D-4C39-A125-DEF43C7815E8}" presName="node" presStyleLbl="node1" presStyleIdx="1" presStyleCnt="7">
        <dgm:presLayoutVars>
          <dgm:bulletEnabled val="1"/>
        </dgm:presLayoutVars>
      </dgm:prSet>
      <dgm:spPr/>
    </dgm:pt>
    <dgm:pt modelId="{2F2E690F-0370-4CE7-99EA-691838C9081B}" type="pres">
      <dgm:prSet presAssocID="{CC55538B-3B09-4E9F-877D-7D4FB05A20D8}" presName="sibTrans" presStyleCnt="0"/>
      <dgm:spPr/>
    </dgm:pt>
    <dgm:pt modelId="{D62CCB3D-C0B5-4702-B0E7-2BCC3AC6BED6}" type="pres">
      <dgm:prSet presAssocID="{36E5B5FE-7A44-47A1-8F92-B088257A2152}" presName="node" presStyleLbl="node1" presStyleIdx="2" presStyleCnt="7">
        <dgm:presLayoutVars>
          <dgm:bulletEnabled val="1"/>
        </dgm:presLayoutVars>
      </dgm:prSet>
      <dgm:spPr/>
    </dgm:pt>
    <dgm:pt modelId="{41E36F34-9D51-413F-8CB8-323CFB9F70DD}" type="pres">
      <dgm:prSet presAssocID="{BC0418CD-7831-4545-B1D9-93D351CF53C3}" presName="sibTrans" presStyleCnt="0"/>
      <dgm:spPr/>
    </dgm:pt>
    <dgm:pt modelId="{52FDF2A5-21FC-4943-A856-33657F608538}" type="pres">
      <dgm:prSet presAssocID="{D82838E6-C31C-4EBD-B58C-0C991331B678}" presName="node" presStyleLbl="node1" presStyleIdx="3" presStyleCnt="7">
        <dgm:presLayoutVars>
          <dgm:bulletEnabled val="1"/>
        </dgm:presLayoutVars>
      </dgm:prSet>
      <dgm:spPr/>
    </dgm:pt>
    <dgm:pt modelId="{6F425AC1-7068-4563-8A44-A8A741A798A9}" type="pres">
      <dgm:prSet presAssocID="{74B5F767-2303-4D5A-8FD7-570D52523413}" presName="sibTrans" presStyleCnt="0"/>
      <dgm:spPr/>
    </dgm:pt>
    <dgm:pt modelId="{C6EAF1A0-2085-4F8B-AC59-AEDF201251E9}" type="pres">
      <dgm:prSet presAssocID="{ACAD94CF-4705-4EE2-8008-B8F7BB54C808}" presName="node" presStyleLbl="node1" presStyleIdx="4" presStyleCnt="7">
        <dgm:presLayoutVars>
          <dgm:bulletEnabled val="1"/>
        </dgm:presLayoutVars>
      </dgm:prSet>
      <dgm:spPr/>
    </dgm:pt>
    <dgm:pt modelId="{6A82CCC7-6CFA-469F-A97F-C56A61214E18}" type="pres">
      <dgm:prSet presAssocID="{A774085C-78CC-4D99-ADBC-7F7B83CE4936}" presName="sibTrans" presStyleCnt="0"/>
      <dgm:spPr/>
    </dgm:pt>
    <dgm:pt modelId="{5C864D03-E06D-4F92-BCCC-FA2AEBFD727B}" type="pres">
      <dgm:prSet presAssocID="{173FB98F-A4AE-4137-8E97-B226440B814C}" presName="node" presStyleLbl="node1" presStyleIdx="5" presStyleCnt="7">
        <dgm:presLayoutVars>
          <dgm:bulletEnabled val="1"/>
        </dgm:presLayoutVars>
      </dgm:prSet>
      <dgm:spPr/>
    </dgm:pt>
    <dgm:pt modelId="{D58BD11F-420E-4093-AF61-B15A7DEB677F}" type="pres">
      <dgm:prSet presAssocID="{92931294-B21B-4AFD-B8EC-EF3A732312B3}" presName="sibTrans" presStyleCnt="0"/>
      <dgm:spPr/>
    </dgm:pt>
    <dgm:pt modelId="{E915B84C-44F3-470E-BED1-7BA52E0242F3}" type="pres">
      <dgm:prSet presAssocID="{00D0891A-1924-41C2-BD6A-4BAF4027AB82}" presName="node" presStyleLbl="node1" presStyleIdx="6" presStyleCnt="7" custLinFactNeighborX="-47" custLinFactNeighborY="462">
        <dgm:presLayoutVars>
          <dgm:bulletEnabled val="1"/>
        </dgm:presLayoutVars>
      </dgm:prSet>
      <dgm:spPr/>
    </dgm:pt>
  </dgm:ptLst>
  <dgm:cxnLst>
    <dgm:cxn modelId="{7CBEC6A0-2850-45DA-A7CA-17FF8E23A901}" srcId="{98CED798-24A6-4160-A4DF-B0E5BB8236C2}" destId="{91F5AF42-2E8E-47F5-BC8E-D4C7FA9FA290}" srcOrd="0" destOrd="0" parTransId="{3A37C892-50B7-47F1-86AA-3FDF5EB4EE9B}" sibTransId="{63B1AD43-9D20-4050-A552-EF02B5A2392B}"/>
    <dgm:cxn modelId="{80602AF6-AF5B-4B3B-8EA3-92A424DEA557}" srcId="{98CED798-24A6-4160-A4DF-B0E5BB8236C2}" destId="{280D5902-A14D-4C39-A125-DEF43C7815E8}" srcOrd="1" destOrd="0" parTransId="{0BF6BCDE-F41A-4644-928D-D095CDC58CED}" sibTransId="{CC55538B-3B09-4E9F-877D-7D4FB05A20D8}"/>
    <dgm:cxn modelId="{67B6B41E-2541-40B9-8CB8-6CEB5E038250}" srcId="{98CED798-24A6-4160-A4DF-B0E5BB8236C2}" destId="{36E5B5FE-7A44-47A1-8F92-B088257A2152}" srcOrd="2" destOrd="0" parTransId="{7926F024-4AEC-4671-BBB1-3CE0B2112B8B}" sibTransId="{BC0418CD-7831-4545-B1D9-93D351CF53C3}"/>
    <dgm:cxn modelId="{72281D21-0AEB-466B-AF5B-37C6035C8101}" srcId="{98CED798-24A6-4160-A4DF-B0E5BB8236C2}" destId="{D82838E6-C31C-4EBD-B58C-0C991331B678}" srcOrd="3" destOrd="0" parTransId="{DC284D5C-B7A8-4E26-BDF6-E69402B2873F}" sibTransId="{74B5F767-2303-4D5A-8FD7-570D52523413}"/>
    <dgm:cxn modelId="{7A9BE664-7A7F-4173-BE23-D5BFEF629E16}" srcId="{98CED798-24A6-4160-A4DF-B0E5BB8236C2}" destId="{ACAD94CF-4705-4EE2-8008-B8F7BB54C808}" srcOrd="4" destOrd="0" parTransId="{B5701DF0-7D4F-4F99-B77A-15D49E8B5A8E}" sibTransId="{A774085C-78CC-4D99-ADBC-7F7B83CE4936}"/>
    <dgm:cxn modelId="{145DB3FC-C099-45A5-92C4-544F7CA51A4D}" srcId="{98CED798-24A6-4160-A4DF-B0E5BB8236C2}" destId="{173FB98F-A4AE-4137-8E97-B226440B814C}" srcOrd="5" destOrd="0" parTransId="{3EDBD4FA-E75A-44F6-BAF7-F0349B063BE1}" sibTransId="{92931294-B21B-4AFD-B8EC-EF3A732312B3}"/>
    <dgm:cxn modelId="{7B592996-7E1D-4A37-82B0-ACC20500515B}" srcId="{98CED798-24A6-4160-A4DF-B0E5BB8236C2}" destId="{00D0891A-1924-41C2-BD6A-4BAF4027AB82}" srcOrd="6" destOrd="0" parTransId="{76189543-DE73-44A2-BEC9-BE58B2AA4798}" sibTransId="{006FBE0A-5534-4885-8AF3-101C22DD5617}"/>
    <dgm:cxn modelId="{276AC773-B4E5-424B-969E-DDB1B8712D9A}" type="presOf" srcId="{98CED798-24A6-4160-A4DF-B0E5BB8236C2}" destId="{906887FB-01DE-46E1-9312-97F8DF38EE6D}" srcOrd="0" destOrd="0" presId="urn:microsoft.com/office/officeart/2005/8/layout/default"/>
    <dgm:cxn modelId="{B62110F3-2E2C-400D-AA61-BBA13B0B78BC}" type="presParOf" srcId="{906887FB-01DE-46E1-9312-97F8DF38EE6D}" destId="{8EA24BC0-0B8D-42E9-A25F-7CA5AD90CCA1}" srcOrd="0" destOrd="0" presId="urn:microsoft.com/office/officeart/2005/8/layout/default"/>
    <dgm:cxn modelId="{EC4BCDDF-A711-4B5E-A946-5CCBEA09A6DF}" type="presOf" srcId="{91F5AF42-2E8E-47F5-BC8E-D4C7FA9FA290}" destId="{8EA24BC0-0B8D-42E9-A25F-7CA5AD90CCA1}" srcOrd="0" destOrd="0" presId="urn:microsoft.com/office/officeart/2005/8/layout/default"/>
    <dgm:cxn modelId="{DE8E5659-B289-4542-9E78-F64814FDF0F3}" type="presParOf" srcId="{906887FB-01DE-46E1-9312-97F8DF38EE6D}" destId="{6C2FC485-DEBF-4CB8-855D-A9838793F3F3}" srcOrd="1" destOrd="0" presId="urn:microsoft.com/office/officeart/2005/8/layout/default"/>
    <dgm:cxn modelId="{727A0283-712A-485E-8ADD-08AD9A9E40E7}" type="presParOf" srcId="{906887FB-01DE-46E1-9312-97F8DF38EE6D}" destId="{A3974D1E-D32E-47DA-BFE3-BD66226FC69C}" srcOrd="2" destOrd="0" presId="urn:microsoft.com/office/officeart/2005/8/layout/default"/>
    <dgm:cxn modelId="{7C4C4BB8-F79A-4C21-8608-B50090CB588F}" type="presOf" srcId="{280D5902-A14D-4C39-A125-DEF43C7815E8}" destId="{A3974D1E-D32E-47DA-BFE3-BD66226FC69C}" srcOrd="0" destOrd="0" presId="urn:microsoft.com/office/officeart/2005/8/layout/default"/>
    <dgm:cxn modelId="{9478EC36-0B0A-4FCF-8C42-1C6326BF3D5F}" type="presParOf" srcId="{906887FB-01DE-46E1-9312-97F8DF38EE6D}" destId="{2F2E690F-0370-4CE7-99EA-691838C9081B}" srcOrd="3" destOrd="0" presId="urn:microsoft.com/office/officeart/2005/8/layout/default"/>
    <dgm:cxn modelId="{B8D6B07B-2011-4718-A04F-0F24757D0924}" type="presParOf" srcId="{906887FB-01DE-46E1-9312-97F8DF38EE6D}" destId="{D62CCB3D-C0B5-4702-B0E7-2BCC3AC6BED6}" srcOrd="4" destOrd="0" presId="urn:microsoft.com/office/officeart/2005/8/layout/default"/>
    <dgm:cxn modelId="{69EE7022-3CC9-401F-B022-BC6489FBE7B8}" type="presOf" srcId="{36E5B5FE-7A44-47A1-8F92-B088257A2152}" destId="{D62CCB3D-C0B5-4702-B0E7-2BCC3AC6BED6}" srcOrd="0" destOrd="0" presId="urn:microsoft.com/office/officeart/2005/8/layout/default"/>
    <dgm:cxn modelId="{35D4D576-705D-4FE5-A4AF-92D9EA8E4429}" type="presParOf" srcId="{906887FB-01DE-46E1-9312-97F8DF38EE6D}" destId="{41E36F34-9D51-413F-8CB8-323CFB9F70DD}" srcOrd="5" destOrd="0" presId="urn:microsoft.com/office/officeart/2005/8/layout/default"/>
    <dgm:cxn modelId="{0BD0592F-B99A-4595-9123-9AA85E337CA0}" type="presParOf" srcId="{906887FB-01DE-46E1-9312-97F8DF38EE6D}" destId="{52FDF2A5-21FC-4943-A856-33657F608538}" srcOrd="6" destOrd="0" presId="urn:microsoft.com/office/officeart/2005/8/layout/default"/>
    <dgm:cxn modelId="{15891642-5AF3-4687-862F-62AAF50F441B}" type="presOf" srcId="{D82838E6-C31C-4EBD-B58C-0C991331B678}" destId="{52FDF2A5-21FC-4943-A856-33657F608538}" srcOrd="0" destOrd="0" presId="urn:microsoft.com/office/officeart/2005/8/layout/default"/>
    <dgm:cxn modelId="{1820214B-A593-4D84-A102-9BAEADC9A0F1}" type="presParOf" srcId="{906887FB-01DE-46E1-9312-97F8DF38EE6D}" destId="{6F425AC1-7068-4563-8A44-A8A741A798A9}" srcOrd="7" destOrd="0" presId="urn:microsoft.com/office/officeart/2005/8/layout/default"/>
    <dgm:cxn modelId="{2A546297-9EB0-4BDE-A57C-54A7D8DD0D57}" type="presParOf" srcId="{906887FB-01DE-46E1-9312-97F8DF38EE6D}" destId="{C6EAF1A0-2085-4F8B-AC59-AEDF201251E9}" srcOrd="8" destOrd="0" presId="urn:microsoft.com/office/officeart/2005/8/layout/default"/>
    <dgm:cxn modelId="{7972AA0E-DEA6-47D1-94D2-DFE6668C716D}" type="presOf" srcId="{ACAD94CF-4705-4EE2-8008-B8F7BB54C808}" destId="{C6EAF1A0-2085-4F8B-AC59-AEDF201251E9}" srcOrd="0" destOrd="0" presId="urn:microsoft.com/office/officeart/2005/8/layout/default"/>
    <dgm:cxn modelId="{55A3A442-51FE-4EE6-A3D7-D76028ABDF16}" type="presParOf" srcId="{906887FB-01DE-46E1-9312-97F8DF38EE6D}" destId="{6A82CCC7-6CFA-469F-A97F-C56A61214E18}" srcOrd="9" destOrd="0" presId="urn:microsoft.com/office/officeart/2005/8/layout/default"/>
    <dgm:cxn modelId="{C5E979EF-71A4-4A08-9FEC-73FD4FA2ED46}" type="presParOf" srcId="{906887FB-01DE-46E1-9312-97F8DF38EE6D}" destId="{5C864D03-E06D-4F92-BCCC-FA2AEBFD727B}" srcOrd="10" destOrd="0" presId="urn:microsoft.com/office/officeart/2005/8/layout/default"/>
    <dgm:cxn modelId="{0725B3C2-E58F-4D5E-BDA5-A7FE2528D9C0}" type="presOf" srcId="{173FB98F-A4AE-4137-8E97-B226440B814C}" destId="{5C864D03-E06D-4F92-BCCC-FA2AEBFD727B}" srcOrd="0" destOrd="0" presId="urn:microsoft.com/office/officeart/2005/8/layout/default"/>
    <dgm:cxn modelId="{27C5BA5C-4B78-4A33-8C93-23C02C52086F}" type="presParOf" srcId="{906887FB-01DE-46E1-9312-97F8DF38EE6D}" destId="{D58BD11F-420E-4093-AF61-B15A7DEB677F}" srcOrd="11" destOrd="0" presId="urn:microsoft.com/office/officeart/2005/8/layout/default"/>
    <dgm:cxn modelId="{BF134CE6-69CD-46E5-AD08-BC7DC3DE470C}" type="presParOf" srcId="{906887FB-01DE-46E1-9312-97F8DF38EE6D}" destId="{E915B84C-44F3-470E-BED1-7BA52E0242F3}" srcOrd="12" destOrd="0" presId="urn:microsoft.com/office/officeart/2005/8/layout/default"/>
    <dgm:cxn modelId="{0810CC41-2547-4B11-9C4C-72129FED9EE8}" type="presOf" srcId="{00D0891A-1924-41C2-BD6A-4BAF4027AB82}" destId="{E915B84C-44F3-470E-BED1-7BA52E0242F3}" srcOrd="0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98CED798-24A6-4160-A4DF-B0E5BB8236C2}" type="doc">
      <dgm:prSet loTypeId="urn:microsoft.com/office/officeart/2005/8/layout/default" loCatId="list" qsTypeId="urn:microsoft.com/office/officeart/2005/8/quickstyle/simple1" qsCatId="simple" csTypeId="urn:microsoft.com/office/officeart/2005/8/colors/colorful1" csCatId="accent1" phldr="0"/>
      <dgm:spPr/>
      <dgm:t>
        <a:bodyPr/>
        <a:p>
          <a:endParaRPr lang="en-US"/>
        </a:p>
      </dgm:t>
    </dgm:pt>
    <dgm:pt modelId="{91F5AF42-2E8E-47F5-BC8E-D4C7FA9FA290}">
      <dgm:prSet phldrT="[Text]"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/>
            <a:t>PRESSURE</a:t>
          </a:r>
          <a:r>
            <a:rPr lang="en-US"/>
            <a:t/>
          </a:r>
          <a:endParaRPr lang="en-US"/>
        </a:p>
      </dgm:t>
    </dgm:pt>
    <dgm:pt modelId="{3A37C892-50B7-47F1-86AA-3FDF5EB4EE9B}" cxnId="{9F8559E3-45CD-4DDC-87C8-6EEAEE596555}" type="parTrans">
      <dgm:prSet/>
      <dgm:spPr/>
      <dgm:t>
        <a:bodyPr/>
        <a:p>
          <a:endParaRPr lang="en-US"/>
        </a:p>
      </dgm:t>
    </dgm:pt>
    <dgm:pt modelId="{63B1AD43-9D20-4050-A552-EF02B5A2392B}" cxnId="{9F8559E3-45CD-4DDC-87C8-6EEAEE596555}" type="sibTrans">
      <dgm:prSet/>
      <dgm:spPr/>
      <dgm:t>
        <a:bodyPr/>
        <a:p>
          <a:endParaRPr lang="en-US"/>
        </a:p>
      </dgm:t>
    </dgm:pt>
    <dgm:pt modelId="{280D5902-A14D-4C39-A125-DEF43C7815E8}">
      <dgm:prSet phldrT="[Text]"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/>
            <a:t>HUMIDITY</a:t>
          </a:r>
          <a:r>
            <a:rPr lang="en-US"/>
            <a:t/>
          </a:r>
          <a:endParaRPr lang="en-US"/>
        </a:p>
      </dgm:t>
    </dgm:pt>
    <dgm:pt modelId="{0BF6BCDE-F41A-4644-928D-D095CDC58CED}" cxnId="{A4240691-DD6F-47A4-A754-D67BF761E9E8}" type="parTrans">
      <dgm:prSet/>
      <dgm:spPr/>
      <dgm:t>
        <a:bodyPr/>
        <a:p>
          <a:endParaRPr lang="en-US"/>
        </a:p>
      </dgm:t>
    </dgm:pt>
    <dgm:pt modelId="{CC55538B-3B09-4E9F-877D-7D4FB05A20D8}" cxnId="{A4240691-DD6F-47A4-A754-D67BF761E9E8}" type="sibTrans">
      <dgm:prSet/>
      <dgm:spPr/>
      <dgm:t>
        <a:bodyPr/>
        <a:p>
          <a:endParaRPr lang="en-US"/>
        </a:p>
      </dgm:t>
    </dgm:pt>
    <dgm:pt modelId="{36E5B5FE-7A44-47A1-8F92-B088257A2152}">
      <dgm:prSet phldrT="[Text]"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/>
            <a:t>TEMPERATURE</a:t>
          </a:r>
          <a:r>
            <a:rPr lang="en-US"/>
            <a:t/>
          </a:r>
          <a:endParaRPr lang="en-US"/>
        </a:p>
      </dgm:t>
    </dgm:pt>
    <dgm:pt modelId="{7926F024-4AEC-4671-BBB1-3CE0B2112B8B}" cxnId="{FEA4155A-69C9-4378-820F-7577E3E4A3DB}" type="parTrans">
      <dgm:prSet/>
      <dgm:spPr/>
      <dgm:t>
        <a:bodyPr/>
        <a:p>
          <a:endParaRPr lang="en-US"/>
        </a:p>
      </dgm:t>
    </dgm:pt>
    <dgm:pt modelId="{BC0418CD-7831-4545-B1D9-93D351CF53C3}" cxnId="{FEA4155A-69C9-4378-820F-7577E3E4A3DB}" type="sibTrans">
      <dgm:prSet/>
      <dgm:spPr/>
      <dgm:t>
        <a:bodyPr/>
        <a:p>
          <a:endParaRPr lang="en-US"/>
        </a:p>
      </dgm:t>
    </dgm:pt>
    <dgm:pt modelId="{0C7D3D51-F412-476C-9C1C-D9011C5FB7E6}">
      <dgm:prSet phldrT="[Text]"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/>
            <a:t>GAS</a:t>
          </a:r>
          <a:r>
            <a:rPr lang="en-US"/>
            <a:t/>
          </a:r>
          <a:endParaRPr lang="en-US"/>
        </a:p>
      </dgm:t>
    </dgm:pt>
    <dgm:pt modelId="{400E46CD-A113-4830-88F5-A1B2F4D84554}" cxnId="{97235B4F-5A05-4A0C-8244-CC054DD5BE1B}" type="parTrans">
      <dgm:prSet/>
      <dgm:spPr/>
      <dgm:t>
        <a:bodyPr/>
        <a:p>
          <a:endParaRPr lang="en-US"/>
        </a:p>
      </dgm:t>
    </dgm:pt>
    <dgm:pt modelId="{F5A1DABB-6DD6-47EE-99A8-4582EBF4C827}" cxnId="{97235B4F-5A05-4A0C-8244-CC054DD5BE1B}" type="sibTrans">
      <dgm:prSet/>
      <dgm:spPr/>
      <dgm:t>
        <a:bodyPr/>
        <a:p>
          <a:endParaRPr lang="en-US"/>
        </a:p>
      </dgm:t>
    </dgm:pt>
    <dgm:pt modelId="{906887FB-01DE-46E1-9312-97F8DF38EE6D}" type="pres">
      <dgm:prSet presAssocID="{98CED798-24A6-4160-A4DF-B0E5BB8236C2}" presName="diagram" presStyleCnt="0">
        <dgm:presLayoutVars>
          <dgm:dir/>
          <dgm:resizeHandles val="exact"/>
        </dgm:presLayoutVars>
      </dgm:prSet>
      <dgm:spPr/>
    </dgm:pt>
    <dgm:pt modelId="{8EA24BC0-0B8D-42E9-A25F-7CA5AD90CCA1}" type="pres">
      <dgm:prSet presAssocID="{91F5AF42-2E8E-47F5-BC8E-D4C7FA9FA290}" presName="node" presStyleLbl="node1" presStyleIdx="0" presStyleCnt="4" custLinFactNeighborY="-55">
        <dgm:presLayoutVars>
          <dgm:bulletEnabled val="1"/>
        </dgm:presLayoutVars>
      </dgm:prSet>
      <dgm:spPr/>
    </dgm:pt>
    <dgm:pt modelId="{6C2FC485-DEBF-4CB8-855D-A9838793F3F3}" type="pres">
      <dgm:prSet presAssocID="{63B1AD43-9D20-4050-A552-EF02B5A2392B}" presName="sibTrans" presStyleCnt="0"/>
      <dgm:spPr/>
    </dgm:pt>
    <dgm:pt modelId="{A3974D1E-D32E-47DA-BFE3-BD66226FC69C}" type="pres">
      <dgm:prSet presAssocID="{280D5902-A14D-4C39-A125-DEF43C7815E8}" presName="node" presStyleLbl="node1" presStyleIdx="1" presStyleCnt="4">
        <dgm:presLayoutVars>
          <dgm:bulletEnabled val="1"/>
        </dgm:presLayoutVars>
      </dgm:prSet>
      <dgm:spPr/>
    </dgm:pt>
    <dgm:pt modelId="{2F2E690F-0370-4CE7-99EA-691838C9081B}" type="pres">
      <dgm:prSet presAssocID="{CC55538B-3B09-4E9F-877D-7D4FB05A20D8}" presName="sibTrans" presStyleCnt="0"/>
      <dgm:spPr/>
    </dgm:pt>
    <dgm:pt modelId="{D62CCB3D-C0B5-4702-B0E7-2BCC3AC6BED6}" type="pres">
      <dgm:prSet presAssocID="{36E5B5FE-7A44-47A1-8F92-B088257A2152}" presName="node" presStyleLbl="node1" presStyleIdx="2" presStyleCnt="4">
        <dgm:presLayoutVars>
          <dgm:bulletEnabled val="1"/>
        </dgm:presLayoutVars>
      </dgm:prSet>
      <dgm:spPr/>
    </dgm:pt>
    <dgm:pt modelId="{41E36F34-9D51-413F-8CB8-323CFB9F70DD}" type="pres">
      <dgm:prSet presAssocID="{BC0418CD-7831-4545-B1D9-93D351CF53C3}" presName="sibTrans" presStyleCnt="0"/>
      <dgm:spPr/>
    </dgm:pt>
    <dgm:pt modelId="{65DCAB72-4323-4909-83B5-EA97756B63D0}" type="pres">
      <dgm:prSet presAssocID="{0C7D3D51-F412-476C-9C1C-D9011C5FB7E6}" presName="node" presStyleLbl="node1" presStyleIdx="3" presStyleCnt="4">
        <dgm:presLayoutVars>
          <dgm:bulletEnabled val="1"/>
        </dgm:presLayoutVars>
      </dgm:prSet>
      <dgm:spPr/>
    </dgm:pt>
  </dgm:ptLst>
  <dgm:cxnLst>
    <dgm:cxn modelId="{9F8559E3-45CD-4DDC-87C8-6EEAEE596555}" srcId="{98CED798-24A6-4160-A4DF-B0E5BB8236C2}" destId="{91F5AF42-2E8E-47F5-BC8E-D4C7FA9FA290}" srcOrd="0" destOrd="0" parTransId="{3A37C892-50B7-47F1-86AA-3FDF5EB4EE9B}" sibTransId="{63B1AD43-9D20-4050-A552-EF02B5A2392B}"/>
    <dgm:cxn modelId="{A4240691-DD6F-47A4-A754-D67BF761E9E8}" srcId="{98CED798-24A6-4160-A4DF-B0E5BB8236C2}" destId="{280D5902-A14D-4C39-A125-DEF43C7815E8}" srcOrd="1" destOrd="0" parTransId="{0BF6BCDE-F41A-4644-928D-D095CDC58CED}" sibTransId="{CC55538B-3B09-4E9F-877D-7D4FB05A20D8}"/>
    <dgm:cxn modelId="{FEA4155A-69C9-4378-820F-7577E3E4A3DB}" srcId="{98CED798-24A6-4160-A4DF-B0E5BB8236C2}" destId="{36E5B5FE-7A44-47A1-8F92-B088257A2152}" srcOrd="2" destOrd="0" parTransId="{7926F024-4AEC-4671-BBB1-3CE0B2112B8B}" sibTransId="{BC0418CD-7831-4545-B1D9-93D351CF53C3}"/>
    <dgm:cxn modelId="{97235B4F-5A05-4A0C-8244-CC054DD5BE1B}" srcId="{98CED798-24A6-4160-A4DF-B0E5BB8236C2}" destId="{0C7D3D51-F412-476C-9C1C-D9011C5FB7E6}" srcOrd="3" destOrd="0" parTransId="{400E46CD-A113-4830-88F5-A1B2F4D84554}" sibTransId="{F5A1DABB-6DD6-47EE-99A8-4582EBF4C827}"/>
    <dgm:cxn modelId="{A73A6438-21EA-4148-B894-C739E749F0F8}" type="presOf" srcId="{98CED798-24A6-4160-A4DF-B0E5BB8236C2}" destId="{906887FB-01DE-46E1-9312-97F8DF38EE6D}" srcOrd="0" destOrd="0" presId="urn:microsoft.com/office/officeart/2005/8/layout/default"/>
    <dgm:cxn modelId="{16605132-F6AF-44EF-BC8C-3746243C561E}" type="presParOf" srcId="{906887FB-01DE-46E1-9312-97F8DF38EE6D}" destId="{8EA24BC0-0B8D-42E9-A25F-7CA5AD90CCA1}" srcOrd="0" destOrd="0" presId="urn:microsoft.com/office/officeart/2005/8/layout/default"/>
    <dgm:cxn modelId="{9C577984-F0D6-4591-AAE9-6806BDEC21BF}" type="presOf" srcId="{91F5AF42-2E8E-47F5-BC8E-D4C7FA9FA290}" destId="{8EA24BC0-0B8D-42E9-A25F-7CA5AD90CCA1}" srcOrd="0" destOrd="0" presId="urn:microsoft.com/office/officeart/2005/8/layout/default"/>
    <dgm:cxn modelId="{87E8981F-51BB-4014-9272-5D817E1C4626}" type="presParOf" srcId="{906887FB-01DE-46E1-9312-97F8DF38EE6D}" destId="{6C2FC485-DEBF-4CB8-855D-A9838793F3F3}" srcOrd="1" destOrd="0" presId="urn:microsoft.com/office/officeart/2005/8/layout/default"/>
    <dgm:cxn modelId="{E01752C9-58A1-47A1-8943-DB1A7971ED77}" type="presParOf" srcId="{906887FB-01DE-46E1-9312-97F8DF38EE6D}" destId="{A3974D1E-D32E-47DA-BFE3-BD66226FC69C}" srcOrd="2" destOrd="0" presId="urn:microsoft.com/office/officeart/2005/8/layout/default"/>
    <dgm:cxn modelId="{FB4E3CEE-1D90-423C-95E5-6260FA581AEF}" type="presOf" srcId="{280D5902-A14D-4C39-A125-DEF43C7815E8}" destId="{A3974D1E-D32E-47DA-BFE3-BD66226FC69C}" srcOrd="0" destOrd="0" presId="urn:microsoft.com/office/officeart/2005/8/layout/default"/>
    <dgm:cxn modelId="{0F59314F-4BD9-4ACA-8161-1ED12D577A4D}" type="presParOf" srcId="{906887FB-01DE-46E1-9312-97F8DF38EE6D}" destId="{2F2E690F-0370-4CE7-99EA-691838C9081B}" srcOrd="3" destOrd="0" presId="urn:microsoft.com/office/officeart/2005/8/layout/default"/>
    <dgm:cxn modelId="{0049BE66-56F3-495F-A8AA-6F73C1AD5671}" type="presParOf" srcId="{906887FB-01DE-46E1-9312-97F8DF38EE6D}" destId="{D62CCB3D-C0B5-4702-B0E7-2BCC3AC6BED6}" srcOrd="4" destOrd="0" presId="urn:microsoft.com/office/officeart/2005/8/layout/default"/>
    <dgm:cxn modelId="{8E941E8C-0B35-444D-8BBE-562BF68E3A4B}" type="presOf" srcId="{36E5B5FE-7A44-47A1-8F92-B088257A2152}" destId="{D62CCB3D-C0B5-4702-B0E7-2BCC3AC6BED6}" srcOrd="0" destOrd="0" presId="urn:microsoft.com/office/officeart/2005/8/layout/default"/>
    <dgm:cxn modelId="{A4EB7DBA-11C0-4DE3-965F-507615418F9D}" type="presParOf" srcId="{906887FB-01DE-46E1-9312-97F8DF38EE6D}" destId="{41E36F34-9D51-413F-8CB8-323CFB9F70DD}" srcOrd="5" destOrd="0" presId="urn:microsoft.com/office/officeart/2005/8/layout/default"/>
    <dgm:cxn modelId="{1D2EF3E7-4C71-42F2-A4C1-DDC831AE3286}" type="presParOf" srcId="{906887FB-01DE-46E1-9312-97F8DF38EE6D}" destId="{65DCAB72-4323-4909-83B5-EA97756B63D0}" srcOrd="6" destOrd="0" presId="urn:microsoft.com/office/officeart/2005/8/layout/default"/>
    <dgm:cxn modelId="{72BDD6C7-5BEE-4AA9-9213-5B993B5861C2}" type="presOf" srcId="{0C7D3D51-F412-476C-9C1C-D9011C5FB7E6}" destId="{65DCAB72-4323-4909-83B5-EA97756B63D0}" srcOrd="0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13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Group 1"/>
      <dsp:cNvGrpSpPr/>
    </dsp:nvGrpSpPr>
    <dsp:grpSpPr>
      <a:xfrm>
        <a:off x="0" y="0"/>
        <a:ext cx="8128000" cy="4389120"/>
        <a:chOff x="0" y="0"/>
        <a:chExt cx="8128000" cy="4389120"/>
      </a:xfrm>
    </dsp:grpSpPr>
    <dsp:sp modelId="{5D3E6026-A697-4D8F-84B5-C5321A8528B3}">
      <dsp:nvSpPr>
        <dsp:cNvPr id="4" name="Pentagon 3"/>
        <dsp:cNvSpPr/>
      </dsp:nvSpPr>
      <dsp:spPr bwMode="white">
        <a:xfrm rot="10800000">
          <a:off x="1490532" y="0"/>
          <a:ext cx="5405120" cy="516367"/>
        </a:xfrm>
        <a:prstGeom prst="homePlate">
          <a:avLst/>
        </a:prstGeom>
      </dsp:spPr>
      <dsp:style>
        <a:lnRef idx="2">
          <a:schemeClr val="lt1"/>
        </a:lnRef>
        <a:fillRef idx="1">
          <a:schemeClr val="accent2"/>
        </a:fillRef>
        <a:effectRef idx="0">
          <a:scrgbClr r="0" g="0" b="0"/>
        </a:effectRef>
        <a:fontRef idx="minor">
          <a:schemeClr val="lt1"/>
        </a:fontRef>
      </dsp:style>
      <dsp:txBody>
        <a:bodyPr rot="10800000" vert="horz" wrap="square" lIns="227703" tIns="83820" rIns="156464" bIns="83820" anchor="ctr"/>
        <a:lstStyle>
          <a:lvl1pPr algn="ctr">
            <a:defRPr sz="2200"/>
          </a:lvl1pPr>
          <a:lvl2pPr marL="171450" indent="-171450" algn="ctr">
            <a:defRPr sz="1700"/>
          </a:lvl2pPr>
          <a:lvl3pPr marL="342900" indent="-171450" algn="ctr">
            <a:defRPr sz="1700"/>
          </a:lvl3pPr>
          <a:lvl4pPr marL="514350" indent="-171450" algn="ctr">
            <a:defRPr sz="1700"/>
          </a:lvl4pPr>
          <a:lvl5pPr marL="685800" indent="-171450" algn="ctr">
            <a:defRPr sz="1700"/>
          </a:lvl5pPr>
          <a:lvl6pPr marL="857250" indent="-171450" algn="ctr">
            <a:defRPr sz="1700"/>
          </a:lvl6pPr>
          <a:lvl7pPr marL="1028700" indent="-171450" algn="ctr">
            <a:defRPr sz="1700"/>
          </a:lvl7pPr>
          <a:lvl8pPr marL="1200150" indent="-171450" algn="ctr">
            <a:defRPr sz="1700"/>
          </a:lvl8pPr>
          <a:lvl9pPr marL="1371600" indent="-171450" algn="ctr">
            <a:defRPr sz="17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/>
            <a:t>BME680</a:t>
          </a:r>
          <a:endParaRPr lang="en-US"/>
        </a:p>
      </dsp:txBody>
      <dsp:txXfrm rot="10800000">
        <a:off x="1490532" y="0"/>
        <a:ext cx="5405120" cy="516367"/>
      </dsp:txXfrm>
    </dsp:sp>
    <dsp:sp modelId="{F8DF891C-0D10-4055-A8A8-3FC34ADEDC5B}">
      <dsp:nvSpPr>
        <dsp:cNvPr id="3" name="Oval 2"/>
        <dsp:cNvSpPr/>
      </dsp:nvSpPr>
      <dsp:spPr bwMode="white">
        <a:xfrm>
          <a:off x="1232348" y="0"/>
          <a:ext cx="516367" cy="516367"/>
        </a:xfrm>
        <a:prstGeom prst="ellipse">
          <a:avLst/>
        </a:prstGeom>
        <a:blipFill>
          <a:blip r:embed="rId1"/>
          <a:stretch>
            <a:fillRect/>
          </a:stretch>
        </a:blipFill>
      </dsp:spPr>
      <dsp:style>
        <a:lnRef idx="2">
          <a:schemeClr val="lt1"/>
        </a:lnRef>
        <a:fillRef idx="1">
          <a:schemeClr val="accent2">
            <a:tint val="50000"/>
          </a:schemeClr>
        </a:fillRef>
        <a:effectRef idx="0">
          <a:scrgbClr r="0" g="0" b="0"/>
        </a:effectRef>
        <a:fontRef idx="minor"/>
      </dsp:style>
      <dsp:txXfrm>
        <a:off x="1232348" y="0"/>
        <a:ext cx="516367" cy="516367"/>
      </dsp:txXfrm>
    </dsp:sp>
    <dsp:sp modelId="{DC27DDA6-73A4-45AF-8B52-70E594C6E063}">
      <dsp:nvSpPr>
        <dsp:cNvPr id="6" name="Pentagon 5"/>
        <dsp:cNvSpPr/>
      </dsp:nvSpPr>
      <dsp:spPr bwMode="white">
        <a:xfrm rot="10800000">
          <a:off x="1490532" y="645459"/>
          <a:ext cx="5405120" cy="516367"/>
        </a:xfrm>
        <a:prstGeom prst="homePlate">
          <a:avLst/>
        </a:prstGeom>
      </dsp:spPr>
      <dsp:style>
        <a:lnRef idx="2">
          <a:schemeClr val="lt1"/>
        </a:lnRef>
        <a:fillRef idx="1">
          <a:schemeClr val="accent3"/>
        </a:fillRef>
        <a:effectRef idx="0">
          <a:scrgbClr r="0" g="0" b="0"/>
        </a:effectRef>
        <a:fontRef idx="minor">
          <a:schemeClr val="lt1"/>
        </a:fontRef>
      </dsp:style>
      <dsp:txBody>
        <a:bodyPr rot="10800000" vert="horz" wrap="square" lIns="227703" tIns="83820" rIns="156464" bIns="83820" anchor="ctr"/>
        <a:lstStyle>
          <a:lvl1pPr algn="ctr">
            <a:defRPr sz="2200"/>
          </a:lvl1pPr>
          <a:lvl2pPr marL="171450" indent="-171450" algn="ctr">
            <a:defRPr sz="1700"/>
          </a:lvl2pPr>
          <a:lvl3pPr marL="342900" indent="-171450" algn="ctr">
            <a:defRPr sz="1700"/>
          </a:lvl3pPr>
          <a:lvl4pPr marL="514350" indent="-171450" algn="ctr">
            <a:defRPr sz="1700"/>
          </a:lvl4pPr>
          <a:lvl5pPr marL="685800" indent="-171450" algn="ctr">
            <a:defRPr sz="1700"/>
          </a:lvl5pPr>
          <a:lvl6pPr marL="857250" indent="-171450" algn="ctr">
            <a:defRPr sz="1700"/>
          </a:lvl6pPr>
          <a:lvl7pPr marL="1028700" indent="-171450" algn="ctr">
            <a:defRPr sz="1700"/>
          </a:lvl7pPr>
          <a:lvl8pPr marL="1200150" indent="-171450" algn="ctr">
            <a:defRPr sz="1700"/>
          </a:lvl8pPr>
          <a:lvl9pPr marL="1371600" indent="-171450" algn="ctr">
            <a:defRPr sz="17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/>
            <a:t>NPK 7 IN 1(JXCL)</a:t>
          </a:r>
          <a:endParaRPr lang="en-US"/>
        </a:p>
      </dsp:txBody>
      <dsp:txXfrm rot="10800000">
        <a:off x="1490532" y="645459"/>
        <a:ext cx="5405120" cy="516367"/>
      </dsp:txXfrm>
    </dsp:sp>
    <dsp:sp modelId="{48C23F44-CDC2-4998-B9C4-F737C51D3228}">
      <dsp:nvSpPr>
        <dsp:cNvPr id="5" name="Oval 4"/>
        <dsp:cNvSpPr/>
      </dsp:nvSpPr>
      <dsp:spPr bwMode="white">
        <a:xfrm>
          <a:off x="1232348" y="645459"/>
          <a:ext cx="516367" cy="516367"/>
        </a:xfrm>
        <a:prstGeom prst="ellipse">
          <a:avLst/>
        </a:prstGeom>
        <a:blipFill>
          <a:blip r:embed="rId2"/>
          <a:stretch>
            <a:fillRect/>
          </a:stretch>
        </a:blipFill>
      </dsp:spPr>
      <dsp:style>
        <a:lnRef idx="2">
          <a:schemeClr val="lt1"/>
        </a:lnRef>
        <a:fillRef idx="1">
          <a:schemeClr val="accent3">
            <a:tint val="50000"/>
          </a:schemeClr>
        </a:fillRef>
        <a:effectRef idx="0">
          <a:scrgbClr r="0" g="0" b="0"/>
        </a:effectRef>
        <a:fontRef idx="minor"/>
      </dsp:style>
      <dsp:txXfrm>
        <a:off x="1232348" y="645459"/>
        <a:ext cx="516367" cy="516367"/>
      </dsp:txXfrm>
    </dsp:sp>
    <dsp:sp modelId="{00C34D87-B2DD-493A-BAA2-1A14EA17DEB1}">
      <dsp:nvSpPr>
        <dsp:cNvPr id="8" name="Pentagon 7"/>
        <dsp:cNvSpPr/>
      </dsp:nvSpPr>
      <dsp:spPr bwMode="white">
        <a:xfrm rot="10800000">
          <a:off x="1490532" y="1290918"/>
          <a:ext cx="5405120" cy="516367"/>
        </a:xfrm>
        <a:prstGeom prst="homePlate">
          <a:avLst/>
        </a:prstGeom>
      </dsp:spPr>
      <dsp:style>
        <a:lnRef idx="2">
          <a:schemeClr val="lt1"/>
        </a:lnRef>
        <a:fillRef idx="1">
          <a:schemeClr val="accent4"/>
        </a:fillRef>
        <a:effectRef idx="0">
          <a:scrgbClr r="0" g="0" b="0"/>
        </a:effectRef>
        <a:fontRef idx="minor">
          <a:schemeClr val="lt1"/>
        </a:fontRef>
      </dsp:style>
      <dsp:txBody>
        <a:bodyPr rot="10800000" vert="horz" wrap="square" lIns="227703" tIns="83820" rIns="156464" bIns="83820" anchor="ctr"/>
        <a:lstStyle>
          <a:lvl1pPr algn="ctr">
            <a:defRPr sz="2200"/>
          </a:lvl1pPr>
          <a:lvl2pPr marL="171450" indent="-171450" algn="ctr">
            <a:defRPr sz="1700"/>
          </a:lvl2pPr>
          <a:lvl3pPr marL="342900" indent="-171450" algn="ctr">
            <a:defRPr sz="1700"/>
          </a:lvl3pPr>
          <a:lvl4pPr marL="514350" indent="-171450" algn="ctr">
            <a:defRPr sz="1700"/>
          </a:lvl4pPr>
          <a:lvl5pPr marL="685800" indent="-171450" algn="ctr">
            <a:defRPr sz="1700"/>
          </a:lvl5pPr>
          <a:lvl6pPr marL="857250" indent="-171450" algn="ctr">
            <a:defRPr sz="1700"/>
          </a:lvl6pPr>
          <a:lvl7pPr marL="1028700" indent="-171450" algn="ctr">
            <a:defRPr sz="1700"/>
          </a:lvl7pPr>
          <a:lvl8pPr marL="1200150" indent="-171450" algn="ctr">
            <a:defRPr sz="1700"/>
          </a:lvl8pPr>
          <a:lvl9pPr marL="1371600" indent="-171450" algn="ctr">
            <a:defRPr sz="17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/>
            <a:t>MAX486 TTL TO RS485</a:t>
          </a:r>
          <a:endParaRPr lang="en-US"/>
        </a:p>
      </dsp:txBody>
      <dsp:txXfrm rot="10800000">
        <a:off x="1490532" y="1290918"/>
        <a:ext cx="5405120" cy="516367"/>
      </dsp:txXfrm>
    </dsp:sp>
    <dsp:sp modelId="{69DE5637-6198-4292-ADFF-69DC2A063BC5}">
      <dsp:nvSpPr>
        <dsp:cNvPr id="7" name="Oval 6"/>
        <dsp:cNvSpPr/>
      </dsp:nvSpPr>
      <dsp:spPr bwMode="white">
        <a:xfrm>
          <a:off x="1232348" y="1290918"/>
          <a:ext cx="516367" cy="516367"/>
        </a:xfrm>
        <a:prstGeom prst="ellipse">
          <a:avLst/>
        </a:prstGeom>
        <a:blipFill>
          <a:blip r:embed="rId3"/>
          <a:stretch>
            <a:fillRect/>
          </a:stretch>
        </a:blipFill>
      </dsp:spPr>
      <dsp:style>
        <a:lnRef idx="2">
          <a:schemeClr val="lt1"/>
        </a:lnRef>
        <a:fillRef idx="1">
          <a:schemeClr val="accent4">
            <a:tint val="50000"/>
          </a:schemeClr>
        </a:fillRef>
        <a:effectRef idx="0">
          <a:scrgbClr r="0" g="0" b="0"/>
        </a:effectRef>
        <a:fontRef idx="minor"/>
      </dsp:style>
      <dsp:txXfrm>
        <a:off x="1232348" y="1290918"/>
        <a:ext cx="516367" cy="516367"/>
      </dsp:txXfrm>
    </dsp:sp>
    <dsp:sp modelId="{51339FD0-C556-448B-9380-F6D1D27058FC}">
      <dsp:nvSpPr>
        <dsp:cNvPr id="10" name="Pentagon 9"/>
        <dsp:cNvSpPr/>
      </dsp:nvSpPr>
      <dsp:spPr bwMode="white">
        <a:xfrm rot="10800000">
          <a:off x="1490532" y="1936376"/>
          <a:ext cx="5405120" cy="516367"/>
        </a:xfrm>
        <a:prstGeom prst="homePlate">
          <a:avLst/>
        </a:prstGeom>
      </dsp:spPr>
      <dsp:style>
        <a:lnRef idx="2">
          <a:schemeClr val="lt1"/>
        </a:lnRef>
        <a:fillRef idx="1">
          <a:schemeClr val="accent5"/>
        </a:fillRef>
        <a:effectRef idx="0">
          <a:scrgbClr r="0" g="0" b="0"/>
        </a:effectRef>
        <a:fontRef idx="minor">
          <a:schemeClr val="lt1"/>
        </a:fontRef>
      </dsp:style>
      <dsp:txBody>
        <a:bodyPr rot="10800000" vert="horz" wrap="square" lIns="227703" tIns="83820" rIns="156464" bIns="83820" anchor="ctr"/>
        <a:lstStyle>
          <a:lvl1pPr algn="ctr">
            <a:defRPr sz="2200"/>
          </a:lvl1pPr>
          <a:lvl2pPr marL="171450" indent="-171450" algn="ctr">
            <a:defRPr sz="1700"/>
          </a:lvl2pPr>
          <a:lvl3pPr marL="342900" indent="-171450" algn="ctr">
            <a:defRPr sz="1700"/>
          </a:lvl3pPr>
          <a:lvl4pPr marL="514350" indent="-171450" algn="ctr">
            <a:defRPr sz="1700"/>
          </a:lvl4pPr>
          <a:lvl5pPr marL="685800" indent="-171450" algn="ctr">
            <a:defRPr sz="1700"/>
          </a:lvl5pPr>
          <a:lvl6pPr marL="857250" indent="-171450" algn="ctr">
            <a:defRPr sz="1700"/>
          </a:lvl6pPr>
          <a:lvl7pPr marL="1028700" indent="-171450" algn="ctr">
            <a:defRPr sz="1700"/>
          </a:lvl7pPr>
          <a:lvl8pPr marL="1200150" indent="-171450" algn="ctr">
            <a:defRPr sz="1700"/>
          </a:lvl8pPr>
          <a:lvl9pPr marL="1371600" indent="-171450" algn="ctr">
            <a:defRPr sz="17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/>
            <a:t>RECHARGABLE BATTERY</a:t>
          </a:r>
          <a:endParaRPr lang="en-US"/>
        </a:p>
      </dsp:txBody>
      <dsp:txXfrm rot="10800000">
        <a:off x="1490532" y="1936376"/>
        <a:ext cx="5405120" cy="516367"/>
      </dsp:txXfrm>
    </dsp:sp>
    <dsp:sp modelId="{1D4A12F6-A94E-457D-825E-1ACBE9E4B1E6}">
      <dsp:nvSpPr>
        <dsp:cNvPr id="9" name="Oval 8"/>
        <dsp:cNvSpPr/>
      </dsp:nvSpPr>
      <dsp:spPr bwMode="white">
        <a:xfrm>
          <a:off x="1232348" y="1936376"/>
          <a:ext cx="516367" cy="516367"/>
        </a:xfrm>
        <a:prstGeom prst="ellipse">
          <a:avLst/>
        </a:prstGeom>
        <a:blipFill>
          <a:blip r:embed="rId4"/>
          <a:stretch>
            <a:fillRect/>
          </a:stretch>
        </a:blipFill>
      </dsp:spPr>
      <dsp:style>
        <a:lnRef idx="2">
          <a:schemeClr val="lt1"/>
        </a:lnRef>
        <a:fillRef idx="1">
          <a:schemeClr val="accent5">
            <a:tint val="50000"/>
          </a:schemeClr>
        </a:fillRef>
        <a:effectRef idx="0">
          <a:scrgbClr r="0" g="0" b="0"/>
        </a:effectRef>
        <a:fontRef idx="minor"/>
      </dsp:style>
      <dsp:txXfrm>
        <a:off x="1232348" y="1936376"/>
        <a:ext cx="516367" cy="516367"/>
      </dsp:txXfrm>
    </dsp:sp>
    <dsp:sp modelId="{90D5431F-41D6-46A8-9970-022FA0EA65DF}">
      <dsp:nvSpPr>
        <dsp:cNvPr id="14" name="Pentagon 13"/>
        <dsp:cNvSpPr/>
      </dsp:nvSpPr>
      <dsp:spPr bwMode="white">
        <a:xfrm rot="10800000">
          <a:off x="1490532" y="2581835"/>
          <a:ext cx="5405120" cy="516367"/>
        </a:xfrm>
        <a:prstGeom prst="homePlate">
          <a:avLst/>
        </a:prstGeom>
      </dsp:spPr>
      <dsp:style>
        <a:lnRef idx="2">
          <a:schemeClr val="lt1"/>
        </a:lnRef>
        <a:fillRef idx="1">
          <a:schemeClr val="accent6"/>
        </a:fillRef>
        <a:effectRef idx="0">
          <a:scrgbClr r="0" g="0" b="0"/>
        </a:effectRef>
        <a:fontRef idx="minor">
          <a:schemeClr val="lt1"/>
        </a:fontRef>
      </dsp:style>
      <dsp:txBody>
        <a:bodyPr rot="10800000" vert="horz" wrap="square" lIns="227703" tIns="83820" rIns="156464" bIns="83820" anchor="ctr"/>
        <a:lstStyle>
          <a:lvl1pPr algn="ctr">
            <a:defRPr sz="2200"/>
          </a:lvl1pPr>
          <a:lvl2pPr marL="171450" indent="-171450" algn="ctr">
            <a:defRPr sz="1700"/>
          </a:lvl2pPr>
          <a:lvl3pPr marL="342900" indent="-171450" algn="ctr">
            <a:defRPr sz="1700"/>
          </a:lvl3pPr>
          <a:lvl4pPr marL="514350" indent="-171450" algn="ctr">
            <a:defRPr sz="1700"/>
          </a:lvl4pPr>
          <a:lvl5pPr marL="685800" indent="-171450" algn="ctr">
            <a:defRPr sz="1700"/>
          </a:lvl5pPr>
          <a:lvl6pPr marL="857250" indent="-171450" algn="ctr">
            <a:defRPr sz="1700"/>
          </a:lvl6pPr>
          <a:lvl7pPr marL="1028700" indent="-171450" algn="ctr">
            <a:defRPr sz="1700"/>
          </a:lvl7pPr>
          <a:lvl8pPr marL="1200150" indent="-171450" algn="ctr">
            <a:defRPr sz="1700"/>
          </a:lvl8pPr>
          <a:lvl9pPr marL="1371600" indent="-171450" algn="ctr">
            <a:defRPr sz="17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/>
            <a:t>INMP441 MIC</a:t>
          </a:r>
          <a:endParaRPr lang="en-US"/>
        </a:p>
      </dsp:txBody>
      <dsp:txXfrm rot="10800000">
        <a:off x="1490532" y="2581835"/>
        <a:ext cx="5405120" cy="516367"/>
      </dsp:txXfrm>
    </dsp:sp>
    <dsp:sp modelId="{8538AB9E-B90B-4BAC-B692-02145040D6D1}">
      <dsp:nvSpPr>
        <dsp:cNvPr id="13" name="Oval 12"/>
        <dsp:cNvSpPr/>
      </dsp:nvSpPr>
      <dsp:spPr bwMode="white">
        <a:xfrm>
          <a:off x="1232348" y="2581835"/>
          <a:ext cx="516367" cy="516367"/>
        </a:xfrm>
        <a:prstGeom prst="ellipse">
          <a:avLst/>
        </a:prstGeom>
        <a:blipFill>
          <a:blip r:embed="rId5"/>
          <a:stretch>
            <a:fillRect/>
          </a:stretch>
        </a:blipFill>
      </dsp:spPr>
      <dsp:style>
        <a:lnRef idx="2">
          <a:schemeClr val="lt1"/>
        </a:lnRef>
        <a:fillRef idx="1">
          <a:schemeClr val="accent6">
            <a:tint val="50000"/>
          </a:schemeClr>
        </a:fillRef>
        <a:effectRef idx="0">
          <a:scrgbClr r="0" g="0" b="0"/>
        </a:effectRef>
        <a:fontRef idx="minor"/>
      </dsp:style>
      <dsp:txXfrm>
        <a:off x="1232348" y="2581835"/>
        <a:ext cx="516367" cy="516367"/>
      </dsp:txXfrm>
    </dsp:sp>
    <dsp:sp modelId="{6942A698-8889-4FA6-93BC-EE9564C82A65}">
      <dsp:nvSpPr>
        <dsp:cNvPr id="16" name="Pentagon 15"/>
        <dsp:cNvSpPr/>
      </dsp:nvSpPr>
      <dsp:spPr bwMode="white">
        <a:xfrm rot="10800000">
          <a:off x="1490532" y="3227294"/>
          <a:ext cx="5405120" cy="516367"/>
        </a:xfrm>
        <a:prstGeom prst="homePlate">
          <a:avLst/>
        </a:prstGeom>
      </dsp:spPr>
      <dsp:style>
        <a:lnRef idx="2">
          <a:schemeClr val="lt1"/>
        </a:lnRef>
        <a:fillRef idx="1">
          <a:schemeClr val="accent2"/>
        </a:fillRef>
        <a:effectRef idx="0">
          <a:scrgbClr r="0" g="0" b="0"/>
        </a:effectRef>
        <a:fontRef idx="minor">
          <a:schemeClr val="lt1"/>
        </a:fontRef>
      </dsp:style>
      <dsp:txBody>
        <a:bodyPr rot="10800000" vert="horz" wrap="square" lIns="227703" tIns="83820" rIns="156464" bIns="83820" anchor="ctr"/>
        <a:lstStyle>
          <a:lvl1pPr algn="ctr">
            <a:defRPr sz="2200"/>
          </a:lvl1pPr>
          <a:lvl2pPr marL="171450" indent="-171450" algn="ctr">
            <a:defRPr sz="1700"/>
          </a:lvl2pPr>
          <a:lvl3pPr marL="342900" indent="-171450" algn="ctr">
            <a:defRPr sz="1700"/>
          </a:lvl3pPr>
          <a:lvl4pPr marL="514350" indent="-171450" algn="ctr">
            <a:defRPr sz="1700"/>
          </a:lvl4pPr>
          <a:lvl5pPr marL="685800" indent="-171450" algn="ctr">
            <a:defRPr sz="1700"/>
          </a:lvl5pPr>
          <a:lvl6pPr marL="857250" indent="-171450" algn="ctr">
            <a:defRPr sz="1700"/>
          </a:lvl6pPr>
          <a:lvl7pPr marL="1028700" indent="-171450" algn="ctr">
            <a:defRPr sz="1700"/>
          </a:lvl7pPr>
          <a:lvl8pPr marL="1200150" indent="-171450" algn="ctr">
            <a:defRPr sz="1700"/>
          </a:lvl8pPr>
          <a:lvl9pPr marL="1371600" indent="-171450" algn="ctr">
            <a:defRPr sz="17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/>
            <a:t>SPEAKER</a:t>
          </a:r>
          <a:endParaRPr lang="en-US"/>
        </a:p>
      </dsp:txBody>
      <dsp:txXfrm rot="10800000">
        <a:off x="1490532" y="3227294"/>
        <a:ext cx="5405120" cy="516367"/>
      </dsp:txXfrm>
    </dsp:sp>
    <dsp:sp modelId="{42D9B8E0-C6D0-4DFD-AF15-770A0AF2B05C}">
      <dsp:nvSpPr>
        <dsp:cNvPr id="15" name="Oval 14"/>
        <dsp:cNvSpPr/>
      </dsp:nvSpPr>
      <dsp:spPr bwMode="white">
        <a:xfrm>
          <a:off x="1232348" y="3227294"/>
          <a:ext cx="516367" cy="516367"/>
        </a:xfrm>
        <a:prstGeom prst="ellipse">
          <a:avLst/>
        </a:prstGeom>
        <a:blipFill>
          <a:blip r:embed="rId6"/>
          <a:stretch>
            <a:fillRect/>
          </a:stretch>
        </a:blipFill>
      </dsp:spPr>
      <dsp:style>
        <a:lnRef idx="2">
          <a:schemeClr val="lt1"/>
        </a:lnRef>
        <a:fillRef idx="1">
          <a:schemeClr val="accent2">
            <a:tint val="50000"/>
          </a:schemeClr>
        </a:fillRef>
        <a:effectRef idx="0">
          <a:scrgbClr r="0" g="0" b="0"/>
        </a:effectRef>
        <a:fontRef idx="minor"/>
      </dsp:style>
      <dsp:txXfrm>
        <a:off x="1232348" y="3227294"/>
        <a:ext cx="516367" cy="516367"/>
      </dsp:txXfrm>
    </dsp:sp>
    <dsp:sp modelId="{FB18187D-973D-4393-BCA5-B337DC466375}">
      <dsp:nvSpPr>
        <dsp:cNvPr id="12" name="Pentagon 11"/>
        <dsp:cNvSpPr/>
      </dsp:nvSpPr>
      <dsp:spPr bwMode="white">
        <a:xfrm rot="10800000">
          <a:off x="1490532" y="3872753"/>
          <a:ext cx="5405120" cy="516367"/>
        </a:xfrm>
        <a:prstGeom prst="homePlate">
          <a:avLst/>
        </a:prstGeom>
      </dsp:spPr>
      <dsp:style>
        <a:lnRef idx="2">
          <a:schemeClr val="lt1"/>
        </a:lnRef>
        <a:fillRef idx="1">
          <a:schemeClr val="accent3"/>
        </a:fillRef>
        <a:effectRef idx="0">
          <a:scrgbClr r="0" g="0" b="0"/>
        </a:effectRef>
        <a:fontRef idx="minor">
          <a:schemeClr val="lt1"/>
        </a:fontRef>
      </dsp:style>
      <dsp:txBody>
        <a:bodyPr rot="10800000" vert="horz" wrap="square" lIns="227703" tIns="83820" rIns="156464" bIns="83820" anchor="ctr"/>
        <a:lstStyle>
          <a:lvl1pPr algn="ctr">
            <a:defRPr sz="2200"/>
          </a:lvl1pPr>
          <a:lvl2pPr marL="171450" indent="-171450" algn="ctr">
            <a:defRPr sz="1700"/>
          </a:lvl2pPr>
          <a:lvl3pPr marL="342900" indent="-171450" algn="ctr">
            <a:defRPr sz="1700"/>
          </a:lvl3pPr>
          <a:lvl4pPr marL="514350" indent="-171450" algn="ctr">
            <a:defRPr sz="1700"/>
          </a:lvl4pPr>
          <a:lvl5pPr marL="685800" indent="-171450" algn="ctr">
            <a:defRPr sz="1700"/>
          </a:lvl5pPr>
          <a:lvl6pPr marL="857250" indent="-171450" algn="ctr">
            <a:defRPr sz="1700"/>
          </a:lvl6pPr>
          <a:lvl7pPr marL="1028700" indent="-171450" algn="ctr">
            <a:defRPr sz="1700"/>
          </a:lvl7pPr>
          <a:lvl8pPr marL="1200150" indent="-171450" algn="ctr">
            <a:defRPr sz="1700"/>
          </a:lvl8pPr>
          <a:lvl9pPr marL="1371600" indent="-171450" algn="ctr">
            <a:defRPr sz="17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/>
            <a:t>CONNECTING WIRE</a:t>
          </a:r>
          <a:endParaRPr lang="en-US"/>
        </a:p>
      </dsp:txBody>
      <dsp:txXfrm rot="10800000">
        <a:off x="1490532" y="3872753"/>
        <a:ext cx="5405120" cy="516367"/>
      </dsp:txXfrm>
    </dsp:sp>
    <dsp:sp modelId="{91523CB1-220B-4A11-952E-42E132DF3896}">
      <dsp:nvSpPr>
        <dsp:cNvPr id="11" name="Oval 10"/>
        <dsp:cNvSpPr/>
      </dsp:nvSpPr>
      <dsp:spPr bwMode="white">
        <a:xfrm>
          <a:off x="1232348" y="3872753"/>
          <a:ext cx="516367" cy="516367"/>
        </a:xfrm>
        <a:prstGeom prst="ellipse">
          <a:avLst/>
        </a:prstGeom>
        <a:blipFill>
          <a:blip r:embed="rId7"/>
          <a:stretch>
            <a:fillRect/>
          </a:stretch>
        </a:blipFill>
      </dsp:spPr>
      <dsp:style>
        <a:lnRef idx="2">
          <a:schemeClr val="lt1"/>
        </a:lnRef>
        <a:fillRef idx="1">
          <a:schemeClr val="accent3">
            <a:tint val="50000"/>
          </a:schemeClr>
        </a:fillRef>
        <a:effectRef idx="0">
          <a:scrgbClr r="0" g="0" b="0"/>
        </a:effectRef>
        <a:fontRef idx="minor"/>
      </dsp:style>
      <dsp:txXfrm>
        <a:off x="1232348" y="3872753"/>
        <a:ext cx="516367" cy="51636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Group 1"/>
      <dsp:cNvGrpSpPr/>
    </dsp:nvGrpSpPr>
    <dsp:grpSpPr>
      <a:xfrm>
        <a:off x="0" y="0"/>
        <a:ext cx="4885055" cy="2771140"/>
        <a:chOff x="0" y="0"/>
        <a:chExt cx="4885055" cy="2771140"/>
      </a:xfrm>
    </dsp:grpSpPr>
    <dsp:sp modelId="{8EA24BC0-0B8D-42E9-A25F-7CA5AD90CCA1}">
      <dsp:nvSpPr>
        <dsp:cNvPr id="3" name="Rectangles 2"/>
        <dsp:cNvSpPr/>
      </dsp:nvSpPr>
      <dsp:spPr bwMode="white">
        <a:xfrm>
          <a:off x="227079" y="676"/>
          <a:ext cx="1385252" cy="831151"/>
        </a:xfrm>
        <a:prstGeom prst="rect">
          <a:avLst/>
        </a:prstGeom>
      </dsp:spPr>
      <dsp:style>
        <a:lnRef idx="2">
          <a:schemeClr val="lt1"/>
        </a:lnRef>
        <a:fillRef idx="1">
          <a:schemeClr val="accent2"/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57150" tIns="57150" rIns="57150" bIns="57150" anchor="ctr"/>
        <a:lstStyle>
          <a:lvl1pPr algn="ctr">
            <a:defRPr sz="1500"/>
          </a:lvl1pPr>
          <a:lvl2pPr marL="57150" indent="-57150" algn="ctr">
            <a:defRPr sz="1100"/>
          </a:lvl2pPr>
          <a:lvl3pPr marL="114300" indent="-57150" algn="ctr">
            <a:defRPr sz="1100"/>
          </a:lvl3pPr>
          <a:lvl4pPr marL="171450" indent="-57150" algn="ctr">
            <a:defRPr sz="1100"/>
          </a:lvl4pPr>
          <a:lvl5pPr marL="228600" indent="-57150" algn="ctr">
            <a:defRPr sz="1100"/>
          </a:lvl5pPr>
          <a:lvl6pPr marL="285750" indent="-57150" algn="ctr">
            <a:defRPr sz="1100"/>
          </a:lvl6pPr>
          <a:lvl7pPr marL="342900" indent="-57150" algn="ctr">
            <a:defRPr sz="1100"/>
          </a:lvl7pPr>
          <a:lvl8pPr marL="400050" indent="-57150" algn="ctr">
            <a:defRPr sz="1100"/>
          </a:lvl8pPr>
          <a:lvl9pPr marL="457200" indent="-57150" algn="ctr">
            <a:defRPr sz="11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/>
            <a:t>NITROGEN</a:t>
          </a:r>
          <a:endParaRPr lang="en-US"/>
        </a:p>
      </dsp:txBody>
      <dsp:txXfrm>
        <a:off x="227079" y="676"/>
        <a:ext cx="1385252" cy="831151"/>
      </dsp:txXfrm>
    </dsp:sp>
    <dsp:sp modelId="{A3974D1E-D32E-47DA-BFE3-BD66226FC69C}">
      <dsp:nvSpPr>
        <dsp:cNvPr id="4" name="Rectangles 3"/>
        <dsp:cNvSpPr/>
      </dsp:nvSpPr>
      <dsp:spPr bwMode="white">
        <a:xfrm>
          <a:off x="1750856" y="676"/>
          <a:ext cx="1385252" cy="831151"/>
        </a:xfrm>
        <a:prstGeom prst="rect">
          <a:avLst/>
        </a:prstGeom>
      </dsp:spPr>
      <dsp:style>
        <a:lnRef idx="2">
          <a:schemeClr val="lt1"/>
        </a:lnRef>
        <a:fillRef idx="1">
          <a:schemeClr val="accent3"/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57150" tIns="57150" rIns="57150" bIns="57150" anchor="ctr"/>
        <a:lstStyle>
          <a:lvl1pPr algn="ctr">
            <a:defRPr sz="1500"/>
          </a:lvl1pPr>
          <a:lvl2pPr marL="57150" indent="-57150" algn="ctr">
            <a:defRPr sz="1100"/>
          </a:lvl2pPr>
          <a:lvl3pPr marL="114300" indent="-57150" algn="ctr">
            <a:defRPr sz="1100"/>
          </a:lvl3pPr>
          <a:lvl4pPr marL="171450" indent="-57150" algn="ctr">
            <a:defRPr sz="1100"/>
          </a:lvl4pPr>
          <a:lvl5pPr marL="228600" indent="-57150" algn="ctr">
            <a:defRPr sz="1100"/>
          </a:lvl5pPr>
          <a:lvl6pPr marL="285750" indent="-57150" algn="ctr">
            <a:defRPr sz="1100"/>
          </a:lvl6pPr>
          <a:lvl7pPr marL="342900" indent="-57150" algn="ctr">
            <a:defRPr sz="1100"/>
          </a:lvl7pPr>
          <a:lvl8pPr marL="400050" indent="-57150" algn="ctr">
            <a:defRPr sz="1100"/>
          </a:lvl8pPr>
          <a:lvl9pPr marL="457200" indent="-57150" algn="ctr">
            <a:defRPr sz="11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/>
            <a:t>PHOSPHOROUS</a:t>
          </a:r>
          <a:endParaRPr lang="en-US"/>
        </a:p>
      </dsp:txBody>
      <dsp:txXfrm>
        <a:off x="1750856" y="676"/>
        <a:ext cx="1385252" cy="831151"/>
      </dsp:txXfrm>
    </dsp:sp>
    <dsp:sp modelId="{D62CCB3D-C0B5-4702-B0E7-2BCC3AC6BED6}">
      <dsp:nvSpPr>
        <dsp:cNvPr id="5" name="Rectangles 4"/>
        <dsp:cNvSpPr/>
      </dsp:nvSpPr>
      <dsp:spPr bwMode="white">
        <a:xfrm>
          <a:off x="3274633" y="676"/>
          <a:ext cx="1385252" cy="831151"/>
        </a:xfrm>
        <a:prstGeom prst="rect">
          <a:avLst/>
        </a:prstGeom>
      </dsp:spPr>
      <dsp:style>
        <a:lnRef idx="2">
          <a:schemeClr val="lt1"/>
        </a:lnRef>
        <a:fillRef idx="1">
          <a:schemeClr val="accent4"/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57150" tIns="57150" rIns="57150" bIns="57150" anchor="ctr"/>
        <a:lstStyle>
          <a:lvl1pPr algn="ctr">
            <a:defRPr sz="1500"/>
          </a:lvl1pPr>
          <a:lvl2pPr marL="57150" indent="-57150" algn="ctr">
            <a:defRPr sz="1100"/>
          </a:lvl2pPr>
          <a:lvl3pPr marL="114300" indent="-57150" algn="ctr">
            <a:defRPr sz="1100"/>
          </a:lvl3pPr>
          <a:lvl4pPr marL="171450" indent="-57150" algn="ctr">
            <a:defRPr sz="1100"/>
          </a:lvl4pPr>
          <a:lvl5pPr marL="228600" indent="-57150" algn="ctr">
            <a:defRPr sz="1100"/>
          </a:lvl5pPr>
          <a:lvl6pPr marL="285750" indent="-57150" algn="ctr">
            <a:defRPr sz="1100"/>
          </a:lvl6pPr>
          <a:lvl7pPr marL="342900" indent="-57150" algn="ctr">
            <a:defRPr sz="1100"/>
          </a:lvl7pPr>
          <a:lvl8pPr marL="400050" indent="-57150" algn="ctr">
            <a:defRPr sz="1100"/>
          </a:lvl8pPr>
          <a:lvl9pPr marL="457200" indent="-57150" algn="ctr">
            <a:defRPr sz="11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/>
            <a:t>POTTASSIUM</a:t>
          </a:r>
          <a:endParaRPr lang="en-US"/>
        </a:p>
      </dsp:txBody>
      <dsp:txXfrm>
        <a:off x="3274633" y="676"/>
        <a:ext cx="1385252" cy="831151"/>
      </dsp:txXfrm>
    </dsp:sp>
    <dsp:sp modelId="{52FDF2A5-21FC-4943-A856-33657F608538}">
      <dsp:nvSpPr>
        <dsp:cNvPr id="6" name="Rectangles 5"/>
        <dsp:cNvSpPr/>
      </dsp:nvSpPr>
      <dsp:spPr bwMode="white">
        <a:xfrm>
          <a:off x="227079" y="969994"/>
          <a:ext cx="1385252" cy="831151"/>
        </a:xfrm>
        <a:prstGeom prst="rect">
          <a:avLst/>
        </a:prstGeom>
      </dsp:spPr>
      <dsp:style>
        <a:lnRef idx="2">
          <a:schemeClr val="lt1"/>
        </a:lnRef>
        <a:fillRef idx="1">
          <a:schemeClr val="accent5"/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57150" tIns="57150" rIns="57150" bIns="57150" anchor="ctr"/>
        <a:lstStyle>
          <a:lvl1pPr algn="ctr">
            <a:defRPr sz="1500"/>
          </a:lvl1pPr>
          <a:lvl2pPr marL="57150" indent="-57150" algn="ctr">
            <a:defRPr sz="1100"/>
          </a:lvl2pPr>
          <a:lvl3pPr marL="114300" indent="-57150" algn="ctr">
            <a:defRPr sz="1100"/>
          </a:lvl3pPr>
          <a:lvl4pPr marL="171450" indent="-57150" algn="ctr">
            <a:defRPr sz="1100"/>
          </a:lvl4pPr>
          <a:lvl5pPr marL="228600" indent="-57150" algn="ctr">
            <a:defRPr sz="1100"/>
          </a:lvl5pPr>
          <a:lvl6pPr marL="285750" indent="-57150" algn="ctr">
            <a:defRPr sz="1100"/>
          </a:lvl6pPr>
          <a:lvl7pPr marL="342900" indent="-57150" algn="ctr">
            <a:defRPr sz="1100"/>
          </a:lvl7pPr>
          <a:lvl8pPr marL="400050" indent="-57150" algn="ctr">
            <a:defRPr sz="1100"/>
          </a:lvl8pPr>
          <a:lvl9pPr marL="457200" indent="-57150" algn="ctr">
            <a:defRPr sz="11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/>
            <a:t>PH</a:t>
          </a:r>
          <a:endParaRPr lang="en-US"/>
        </a:p>
      </dsp:txBody>
      <dsp:txXfrm>
        <a:off x="227079" y="969994"/>
        <a:ext cx="1385252" cy="831151"/>
      </dsp:txXfrm>
    </dsp:sp>
    <dsp:sp modelId="{C6EAF1A0-2085-4F8B-AC59-AEDF201251E9}">
      <dsp:nvSpPr>
        <dsp:cNvPr id="7" name="Rectangles 6"/>
        <dsp:cNvSpPr/>
      </dsp:nvSpPr>
      <dsp:spPr bwMode="white">
        <a:xfrm>
          <a:off x="1750856" y="969994"/>
          <a:ext cx="1385252" cy="831151"/>
        </a:xfrm>
        <a:prstGeom prst="rect">
          <a:avLst/>
        </a:prstGeom>
      </dsp:spPr>
      <dsp:style>
        <a:lnRef idx="2">
          <a:schemeClr val="lt1"/>
        </a:lnRef>
        <a:fillRef idx="1">
          <a:schemeClr val="accent6"/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57150" tIns="57150" rIns="57150" bIns="57150" anchor="ctr"/>
        <a:lstStyle>
          <a:lvl1pPr algn="ctr">
            <a:defRPr sz="1500"/>
          </a:lvl1pPr>
          <a:lvl2pPr marL="57150" indent="-57150" algn="ctr">
            <a:defRPr sz="1100"/>
          </a:lvl2pPr>
          <a:lvl3pPr marL="114300" indent="-57150" algn="ctr">
            <a:defRPr sz="1100"/>
          </a:lvl3pPr>
          <a:lvl4pPr marL="171450" indent="-57150" algn="ctr">
            <a:defRPr sz="1100"/>
          </a:lvl4pPr>
          <a:lvl5pPr marL="228600" indent="-57150" algn="ctr">
            <a:defRPr sz="1100"/>
          </a:lvl5pPr>
          <a:lvl6pPr marL="285750" indent="-57150" algn="ctr">
            <a:defRPr sz="1100"/>
          </a:lvl6pPr>
          <a:lvl7pPr marL="342900" indent="-57150" algn="ctr">
            <a:defRPr sz="1100"/>
          </a:lvl7pPr>
          <a:lvl8pPr marL="400050" indent="-57150" algn="ctr">
            <a:defRPr sz="1100"/>
          </a:lvl8pPr>
          <a:lvl9pPr marL="457200" indent="-57150" algn="ctr">
            <a:defRPr sz="11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/>
            <a:t>EC</a:t>
          </a:r>
          <a:endParaRPr lang="en-US"/>
        </a:p>
      </dsp:txBody>
      <dsp:txXfrm>
        <a:off x="1750856" y="969994"/>
        <a:ext cx="1385252" cy="831151"/>
      </dsp:txXfrm>
    </dsp:sp>
    <dsp:sp modelId="{5C864D03-E06D-4F92-BCCC-FA2AEBFD727B}">
      <dsp:nvSpPr>
        <dsp:cNvPr id="8" name="Rectangles 7"/>
        <dsp:cNvSpPr/>
      </dsp:nvSpPr>
      <dsp:spPr bwMode="white">
        <a:xfrm>
          <a:off x="3274633" y="969994"/>
          <a:ext cx="1385252" cy="831151"/>
        </a:xfrm>
        <a:prstGeom prst="rect">
          <a:avLst/>
        </a:prstGeom>
      </dsp:spPr>
      <dsp:style>
        <a:lnRef idx="2">
          <a:schemeClr val="lt1"/>
        </a:lnRef>
        <a:fillRef idx="1">
          <a:schemeClr val="accent2"/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57150" tIns="57150" rIns="57150" bIns="57150" anchor="ctr"/>
        <a:lstStyle>
          <a:lvl1pPr algn="ctr">
            <a:defRPr sz="1500"/>
          </a:lvl1pPr>
          <a:lvl2pPr marL="57150" indent="-57150" algn="ctr">
            <a:defRPr sz="1100"/>
          </a:lvl2pPr>
          <a:lvl3pPr marL="114300" indent="-57150" algn="ctr">
            <a:defRPr sz="1100"/>
          </a:lvl3pPr>
          <a:lvl4pPr marL="171450" indent="-57150" algn="ctr">
            <a:defRPr sz="1100"/>
          </a:lvl4pPr>
          <a:lvl5pPr marL="228600" indent="-57150" algn="ctr">
            <a:defRPr sz="1100"/>
          </a:lvl5pPr>
          <a:lvl6pPr marL="285750" indent="-57150" algn="ctr">
            <a:defRPr sz="1100"/>
          </a:lvl6pPr>
          <a:lvl7pPr marL="342900" indent="-57150" algn="ctr">
            <a:defRPr sz="1100"/>
          </a:lvl7pPr>
          <a:lvl8pPr marL="400050" indent="-57150" algn="ctr">
            <a:defRPr sz="1100"/>
          </a:lvl8pPr>
          <a:lvl9pPr marL="457200" indent="-57150" algn="ctr">
            <a:defRPr sz="11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/>
            <a:t>TEMPERATURE</a:t>
          </a:r>
          <a:endParaRPr lang="en-US"/>
        </a:p>
      </dsp:txBody>
      <dsp:txXfrm>
        <a:off x="3274633" y="969994"/>
        <a:ext cx="1385252" cy="831151"/>
      </dsp:txXfrm>
    </dsp:sp>
    <dsp:sp modelId="{E915B84C-44F3-470E-BED1-7BA52E0242F3}">
      <dsp:nvSpPr>
        <dsp:cNvPr id="9" name="Rectangles 8"/>
        <dsp:cNvSpPr/>
      </dsp:nvSpPr>
      <dsp:spPr bwMode="white">
        <a:xfrm>
          <a:off x="1749549" y="1939989"/>
          <a:ext cx="1385252" cy="831151"/>
        </a:xfrm>
        <a:prstGeom prst="rect">
          <a:avLst/>
        </a:prstGeom>
      </dsp:spPr>
      <dsp:style>
        <a:lnRef idx="2">
          <a:schemeClr val="lt1"/>
        </a:lnRef>
        <a:fillRef idx="1">
          <a:schemeClr val="accent3"/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57150" tIns="57150" rIns="57150" bIns="57150" anchor="ctr"/>
        <a:lstStyle>
          <a:lvl1pPr algn="ctr">
            <a:defRPr sz="1500"/>
          </a:lvl1pPr>
          <a:lvl2pPr marL="57150" indent="-57150" algn="ctr">
            <a:defRPr sz="1100"/>
          </a:lvl2pPr>
          <a:lvl3pPr marL="114300" indent="-57150" algn="ctr">
            <a:defRPr sz="1100"/>
          </a:lvl3pPr>
          <a:lvl4pPr marL="171450" indent="-57150" algn="ctr">
            <a:defRPr sz="1100"/>
          </a:lvl4pPr>
          <a:lvl5pPr marL="228600" indent="-57150" algn="ctr">
            <a:defRPr sz="1100"/>
          </a:lvl5pPr>
          <a:lvl6pPr marL="285750" indent="-57150" algn="ctr">
            <a:defRPr sz="1100"/>
          </a:lvl6pPr>
          <a:lvl7pPr marL="342900" indent="-57150" algn="ctr">
            <a:defRPr sz="1100"/>
          </a:lvl7pPr>
          <a:lvl8pPr marL="400050" indent="-57150" algn="ctr">
            <a:defRPr sz="1100"/>
          </a:lvl8pPr>
          <a:lvl9pPr marL="457200" indent="-57150" algn="ctr">
            <a:defRPr sz="11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/>
            <a:t>HUMIDITY</a:t>
          </a:r>
          <a:endParaRPr lang="en-US"/>
        </a:p>
      </dsp:txBody>
      <dsp:txXfrm>
        <a:off x="1749549" y="1939989"/>
        <a:ext cx="1385252" cy="831151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Group 1"/>
      <dsp:cNvGrpSpPr/>
    </dsp:nvGrpSpPr>
    <dsp:grpSpPr>
      <a:xfrm>
        <a:off x="0" y="0"/>
        <a:ext cx="4659630" cy="2487295"/>
        <a:chOff x="0" y="0"/>
        <a:chExt cx="4659630" cy="2487295"/>
      </a:xfrm>
    </dsp:grpSpPr>
    <dsp:sp modelId="{8EA24BC0-0B8D-42E9-A25F-7CA5AD90CCA1}">
      <dsp:nvSpPr>
        <dsp:cNvPr id="3" name="Rectangles 2"/>
        <dsp:cNvSpPr/>
      </dsp:nvSpPr>
      <dsp:spPr bwMode="white">
        <a:xfrm>
          <a:off x="321885" y="0"/>
          <a:ext cx="1912883" cy="1147730"/>
        </a:xfrm>
        <a:prstGeom prst="rect">
          <a:avLst/>
        </a:prstGeom>
      </dsp:spPr>
      <dsp:style>
        <a:lnRef idx="2">
          <a:schemeClr val="lt1"/>
        </a:lnRef>
        <a:fillRef idx="1">
          <a:schemeClr val="accent2"/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83820" tIns="83820" rIns="83820" bIns="83820" anchor="ctr"/>
        <a:lstStyle>
          <a:lvl1pPr algn="ctr">
            <a:defRPr sz="2200"/>
          </a:lvl1pPr>
          <a:lvl2pPr marL="171450" indent="-171450" algn="ctr">
            <a:defRPr sz="1700"/>
          </a:lvl2pPr>
          <a:lvl3pPr marL="342900" indent="-171450" algn="ctr">
            <a:defRPr sz="1700"/>
          </a:lvl3pPr>
          <a:lvl4pPr marL="514350" indent="-171450" algn="ctr">
            <a:defRPr sz="1700"/>
          </a:lvl4pPr>
          <a:lvl5pPr marL="685800" indent="-171450" algn="ctr">
            <a:defRPr sz="1700"/>
          </a:lvl5pPr>
          <a:lvl6pPr marL="857250" indent="-171450" algn="ctr">
            <a:defRPr sz="1700"/>
          </a:lvl6pPr>
          <a:lvl7pPr marL="1028700" indent="-171450" algn="ctr">
            <a:defRPr sz="1700"/>
          </a:lvl7pPr>
          <a:lvl8pPr marL="1200150" indent="-171450" algn="ctr">
            <a:defRPr sz="1700"/>
          </a:lvl8pPr>
          <a:lvl9pPr marL="1371600" indent="-171450" algn="ctr">
            <a:defRPr sz="17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/>
            <a:t>PRESSURE</a:t>
          </a:r>
          <a:endParaRPr lang="en-US"/>
        </a:p>
      </dsp:txBody>
      <dsp:txXfrm>
        <a:off x="321885" y="0"/>
        <a:ext cx="1912883" cy="1147730"/>
      </dsp:txXfrm>
    </dsp:sp>
    <dsp:sp modelId="{A3974D1E-D32E-47DA-BFE3-BD66226FC69C}">
      <dsp:nvSpPr>
        <dsp:cNvPr id="4" name="Rectangles 3"/>
        <dsp:cNvSpPr/>
      </dsp:nvSpPr>
      <dsp:spPr bwMode="white">
        <a:xfrm>
          <a:off x="2426056" y="444"/>
          <a:ext cx="1912883" cy="1147730"/>
        </a:xfrm>
        <a:prstGeom prst="rect">
          <a:avLst/>
        </a:prstGeom>
      </dsp:spPr>
      <dsp:style>
        <a:lnRef idx="2">
          <a:schemeClr val="lt1"/>
        </a:lnRef>
        <a:fillRef idx="1">
          <a:schemeClr val="accent3"/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83820" tIns="83820" rIns="83820" bIns="83820" anchor="ctr"/>
        <a:lstStyle>
          <a:lvl1pPr algn="ctr">
            <a:defRPr sz="2200"/>
          </a:lvl1pPr>
          <a:lvl2pPr marL="171450" indent="-171450" algn="ctr">
            <a:defRPr sz="1700"/>
          </a:lvl2pPr>
          <a:lvl3pPr marL="342900" indent="-171450" algn="ctr">
            <a:defRPr sz="1700"/>
          </a:lvl3pPr>
          <a:lvl4pPr marL="514350" indent="-171450" algn="ctr">
            <a:defRPr sz="1700"/>
          </a:lvl4pPr>
          <a:lvl5pPr marL="685800" indent="-171450" algn="ctr">
            <a:defRPr sz="1700"/>
          </a:lvl5pPr>
          <a:lvl6pPr marL="857250" indent="-171450" algn="ctr">
            <a:defRPr sz="1700"/>
          </a:lvl6pPr>
          <a:lvl7pPr marL="1028700" indent="-171450" algn="ctr">
            <a:defRPr sz="1700"/>
          </a:lvl7pPr>
          <a:lvl8pPr marL="1200150" indent="-171450" algn="ctr">
            <a:defRPr sz="1700"/>
          </a:lvl8pPr>
          <a:lvl9pPr marL="1371600" indent="-171450" algn="ctr">
            <a:defRPr sz="17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/>
            <a:t>HUMIDITY</a:t>
          </a:r>
          <a:endParaRPr lang="en-US"/>
        </a:p>
      </dsp:txBody>
      <dsp:txXfrm>
        <a:off x="2426056" y="444"/>
        <a:ext cx="1912883" cy="1147730"/>
      </dsp:txXfrm>
    </dsp:sp>
    <dsp:sp modelId="{D62CCB3D-C0B5-4702-B0E7-2BCC3AC6BED6}">
      <dsp:nvSpPr>
        <dsp:cNvPr id="5" name="Rectangles 4"/>
        <dsp:cNvSpPr/>
      </dsp:nvSpPr>
      <dsp:spPr bwMode="white">
        <a:xfrm>
          <a:off x="321885" y="1339121"/>
          <a:ext cx="1912883" cy="1147730"/>
        </a:xfrm>
        <a:prstGeom prst="rect">
          <a:avLst/>
        </a:prstGeom>
      </dsp:spPr>
      <dsp:style>
        <a:lnRef idx="2">
          <a:schemeClr val="lt1"/>
        </a:lnRef>
        <a:fillRef idx="1">
          <a:schemeClr val="accent4"/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83820" tIns="83820" rIns="83820" bIns="83820" anchor="ctr"/>
        <a:lstStyle>
          <a:lvl1pPr algn="ctr">
            <a:defRPr sz="2200"/>
          </a:lvl1pPr>
          <a:lvl2pPr marL="171450" indent="-171450" algn="ctr">
            <a:defRPr sz="1700"/>
          </a:lvl2pPr>
          <a:lvl3pPr marL="342900" indent="-171450" algn="ctr">
            <a:defRPr sz="1700"/>
          </a:lvl3pPr>
          <a:lvl4pPr marL="514350" indent="-171450" algn="ctr">
            <a:defRPr sz="1700"/>
          </a:lvl4pPr>
          <a:lvl5pPr marL="685800" indent="-171450" algn="ctr">
            <a:defRPr sz="1700"/>
          </a:lvl5pPr>
          <a:lvl6pPr marL="857250" indent="-171450" algn="ctr">
            <a:defRPr sz="1700"/>
          </a:lvl6pPr>
          <a:lvl7pPr marL="1028700" indent="-171450" algn="ctr">
            <a:defRPr sz="1700"/>
          </a:lvl7pPr>
          <a:lvl8pPr marL="1200150" indent="-171450" algn="ctr">
            <a:defRPr sz="1700"/>
          </a:lvl8pPr>
          <a:lvl9pPr marL="1371600" indent="-171450" algn="ctr">
            <a:defRPr sz="17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/>
            <a:t>TEMPERATURE</a:t>
          </a:r>
          <a:endParaRPr lang="en-US"/>
        </a:p>
      </dsp:txBody>
      <dsp:txXfrm>
        <a:off x="321885" y="1339121"/>
        <a:ext cx="1912883" cy="1147730"/>
      </dsp:txXfrm>
    </dsp:sp>
    <dsp:sp modelId="{65DCAB72-4323-4909-83B5-EA97756B63D0}">
      <dsp:nvSpPr>
        <dsp:cNvPr id="6" name="Rectangles 5"/>
        <dsp:cNvSpPr/>
      </dsp:nvSpPr>
      <dsp:spPr bwMode="white">
        <a:xfrm>
          <a:off x="2426056" y="1339121"/>
          <a:ext cx="1912883" cy="1147730"/>
        </a:xfrm>
        <a:prstGeom prst="rect">
          <a:avLst/>
        </a:prstGeom>
      </dsp:spPr>
      <dsp:style>
        <a:lnRef idx="2">
          <a:schemeClr val="lt1"/>
        </a:lnRef>
        <a:fillRef idx="1">
          <a:schemeClr val="accent5"/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83820" tIns="83820" rIns="83820" bIns="83820" anchor="ctr"/>
        <a:lstStyle>
          <a:lvl1pPr algn="ctr">
            <a:defRPr sz="2200"/>
          </a:lvl1pPr>
          <a:lvl2pPr marL="171450" indent="-171450" algn="ctr">
            <a:defRPr sz="1700"/>
          </a:lvl2pPr>
          <a:lvl3pPr marL="342900" indent="-171450" algn="ctr">
            <a:defRPr sz="1700"/>
          </a:lvl3pPr>
          <a:lvl4pPr marL="514350" indent="-171450" algn="ctr">
            <a:defRPr sz="1700"/>
          </a:lvl4pPr>
          <a:lvl5pPr marL="685800" indent="-171450" algn="ctr">
            <a:defRPr sz="1700"/>
          </a:lvl5pPr>
          <a:lvl6pPr marL="857250" indent="-171450" algn="ctr">
            <a:defRPr sz="1700"/>
          </a:lvl6pPr>
          <a:lvl7pPr marL="1028700" indent="-171450" algn="ctr">
            <a:defRPr sz="1700"/>
          </a:lvl7pPr>
          <a:lvl8pPr marL="1200150" indent="-171450" algn="ctr">
            <a:defRPr sz="1700"/>
          </a:lvl8pPr>
          <a:lvl9pPr marL="1371600" indent="-171450" algn="ctr">
            <a:defRPr sz="17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/>
            <a:t>GAS</a:t>
          </a:r>
          <a:endParaRPr lang="en-US"/>
        </a:p>
      </dsp:txBody>
      <dsp:txXfrm>
        <a:off x="2426056" y="1339121"/>
        <a:ext cx="1912883" cy="114773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>
          <dgm:prSet qsTypeId="urn:microsoft.com/office/officeart/2005/8/quickstyle/simple5"/>
        </dgm:pt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>
          <dgm:prSet csTypeId="urn:microsoft.com/office/officeart/2005/8/colors/accent6_5"/>
        </dgm:pt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type="homePlate" r:blip="" rot="180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>
          <dgm:prSet qsTypeId="urn:microsoft.com/office/officeart/2005/8/quickstyle/simple5"/>
        </dgm:pt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>
          <dgm:prSet csTypeId="urn:microsoft.com/office/officeart/2005/8/colors/accent6_5"/>
        </dgm:pt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off" val="ctr"/>
          <dgm:param type="contDir" val="sameDir"/>
          <dgm:param type="grDir" val="tL"/>
          <dgm:param type="flowDir" val="row"/>
        </dgm:alg>
      </dgm:if>
      <dgm:else name="Name2">
        <dgm:alg type="snake">
          <dgm:param type="off" val="ctr"/>
          <dgm:param type="contDir" val="sameDir"/>
          <dgm:param type="grDir" val="tR"/>
          <dgm:param type="flowDir" val="row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>
          <dgm:prSet qsTypeId="urn:microsoft.com/office/officeart/2005/8/quickstyle/simple5"/>
        </dgm:pt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>
          <dgm:prSet csTypeId="urn:microsoft.com/office/officeart/2005/8/colors/accent6_5"/>
        </dgm:pt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off" val="ctr"/>
          <dgm:param type="contDir" val="sameDir"/>
          <dgm:param type="grDir" val="tL"/>
          <dgm:param type="flowDir" val="row"/>
        </dgm:alg>
      </dgm:if>
      <dgm:else name="Name2">
        <dgm:alg type="snake">
          <dgm:param type="off" val="ctr"/>
          <dgm:param type="contDir" val="sameDir"/>
          <dgm:param type="grDir" val="tR"/>
          <dgm:param type="flowDir" val="row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diagramQuickStyle" Target="../diagrams/quickStyle1.xml"/><Relationship Id="rId8" Type="http://schemas.openxmlformats.org/officeDocument/2006/relationships/diagramLayout" Target="../diagrams/layout1.xml"/><Relationship Id="rId7" Type="http://schemas.openxmlformats.org/officeDocument/2006/relationships/diagramData" Target="../diagrams/data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5" Type="http://schemas.openxmlformats.org/officeDocument/2006/relationships/slideLayout" Target="../slideLayouts/slideLayout1.xml"/><Relationship Id="rId14" Type="http://schemas.openxmlformats.org/officeDocument/2006/relationships/image" Target="../media/image9.png"/><Relationship Id="rId13" Type="http://schemas.openxmlformats.org/officeDocument/2006/relationships/image" Target="../media/image8.png"/><Relationship Id="rId12" Type="http://schemas.openxmlformats.org/officeDocument/2006/relationships/image" Target="../media/image7.png"/><Relationship Id="rId11" Type="http://schemas.microsoft.com/office/2007/relationships/diagramDrawing" Target="../diagrams/drawing1.xml"/><Relationship Id="rId10" Type="http://schemas.openxmlformats.org/officeDocument/2006/relationships/diagramColors" Target="../diagrams/colors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diagramData" Target="../diagrams/data3.xml"/><Relationship Id="rId8" Type="http://schemas.microsoft.com/office/2007/relationships/diagramDrawing" Target="../diagrams/drawing2.xml"/><Relationship Id="rId7" Type="http://schemas.openxmlformats.org/officeDocument/2006/relationships/diagramColors" Target="../diagrams/colors2.xml"/><Relationship Id="rId6" Type="http://schemas.openxmlformats.org/officeDocument/2006/relationships/diagramQuickStyle" Target="../diagrams/quickStyle2.xml"/><Relationship Id="rId5" Type="http://schemas.openxmlformats.org/officeDocument/2006/relationships/diagramLayout" Target="../diagrams/layout2.xml"/><Relationship Id="rId4" Type="http://schemas.openxmlformats.org/officeDocument/2006/relationships/diagramData" Target="../diagrams/data2.xml"/><Relationship Id="rId3" Type="http://schemas.openxmlformats.org/officeDocument/2006/relationships/image" Target="../media/image12.png"/><Relationship Id="rId20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19" Type="http://schemas.openxmlformats.org/officeDocument/2006/relationships/image" Target="../media/image9.png"/><Relationship Id="rId18" Type="http://schemas.openxmlformats.org/officeDocument/2006/relationships/image" Target="../media/image17.jpeg"/><Relationship Id="rId17" Type="http://schemas.openxmlformats.org/officeDocument/2006/relationships/image" Target="../media/image16.jpeg"/><Relationship Id="rId16" Type="http://schemas.openxmlformats.org/officeDocument/2006/relationships/image" Target="../media/image15.jpeg"/><Relationship Id="rId15" Type="http://schemas.openxmlformats.org/officeDocument/2006/relationships/image" Target="../media/image14.png"/><Relationship Id="rId14" Type="http://schemas.openxmlformats.org/officeDocument/2006/relationships/image" Target="../media/image13.png"/><Relationship Id="rId13" Type="http://schemas.microsoft.com/office/2007/relationships/diagramDrawing" Target="../diagrams/drawing3.xml"/><Relationship Id="rId12" Type="http://schemas.openxmlformats.org/officeDocument/2006/relationships/diagramColors" Target="../diagrams/colors3.xml"/><Relationship Id="rId11" Type="http://schemas.openxmlformats.org/officeDocument/2006/relationships/diagramQuickStyle" Target="../diagrams/quickStyle3.xml"/><Relationship Id="rId10" Type="http://schemas.openxmlformats.org/officeDocument/2006/relationships/diagramLayout" Target="../diagrams/layout3.xml"/><Relationship Id="rId1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8" name="Picture 7" descr="WhatsApp_Image_2024-04-25_at_21.19.38_2e073cd8-removebg-preview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62865" y="431800"/>
            <a:ext cx="5995035" cy="5995035"/>
          </a:xfrm>
          <a:prstGeom prst="rect">
            <a:avLst/>
          </a:prstGeom>
        </p:spPr>
      </p:pic>
      <p:pic>
        <p:nvPicPr>
          <p:cNvPr id="9" name="Picture 8" descr="kstm0126-esp32-development-board-2-removebg-preview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5065" y="1288415"/>
            <a:ext cx="1019810" cy="1019810"/>
          </a:xfrm>
          <a:prstGeom prst="rect">
            <a:avLst/>
          </a:prstGeom>
        </p:spPr>
      </p:pic>
      <p:pic>
        <p:nvPicPr>
          <p:cNvPr id="10" name="Picture 9" descr="BME680-Sensor-Breakout-Board-removebg-preview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1960" y="2664460"/>
            <a:ext cx="1250950" cy="764540"/>
          </a:xfrm>
          <a:prstGeom prst="rect">
            <a:avLst/>
          </a:prstGeom>
        </p:spPr>
      </p:pic>
      <p:pic>
        <p:nvPicPr>
          <p:cNvPr id="11" name="Picture 10" descr="image-removebg-preview (1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6200000">
            <a:off x="1689735" y="4925060"/>
            <a:ext cx="2937510" cy="927735"/>
          </a:xfrm>
          <a:prstGeom prst="rect">
            <a:avLst/>
          </a:prstGeom>
        </p:spPr>
      </p:pic>
      <p:pic>
        <p:nvPicPr>
          <p:cNvPr id="12" name="Picture 11" descr="image-removebg-preview (4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6200000">
            <a:off x="2251075" y="3246755"/>
            <a:ext cx="1496695" cy="1496695"/>
          </a:xfrm>
          <a:prstGeom prst="rect">
            <a:avLst/>
          </a:prstGeom>
        </p:spPr>
      </p:pic>
      <p:pic>
        <p:nvPicPr>
          <p:cNvPr id="13" name="Picture 12" descr="image-removebg-preview (5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flipH="1">
            <a:off x="3549650" y="1658620"/>
            <a:ext cx="1061085" cy="1325880"/>
          </a:xfrm>
          <a:prstGeom prst="rect">
            <a:avLst/>
          </a:prstGeom>
        </p:spPr>
      </p:pic>
      <p:graphicFrame>
        <p:nvGraphicFramePr>
          <p:cNvPr id="14" name="Diagram 13"/>
          <p:cNvGraphicFramePr/>
          <p:nvPr/>
        </p:nvGraphicFramePr>
        <p:xfrm>
          <a:off x="5010150" y="1461135"/>
          <a:ext cx="8128000" cy="43891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sp>
        <p:nvSpPr>
          <p:cNvPr id="2" name="Rectangles 1"/>
          <p:cNvSpPr/>
          <p:nvPr/>
        </p:nvSpPr>
        <p:spPr>
          <a:xfrm>
            <a:off x="1796098" y="89535"/>
            <a:ext cx="9327515" cy="119888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p>
            <a:pPr algn="ctr"/>
            <a:r>
              <a:rPr lang="en-US" altLang="zh-CN" sz="7200" b="1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effectLst/>
              </a:rPr>
              <a:t>KIBO - (NATURE’S SOUL)</a:t>
            </a:r>
            <a:endParaRPr lang="en-US" altLang="zh-CN" sz="7200" b="1">
              <a:ln w="12700" cmpd="sng">
                <a:solidFill>
                  <a:schemeClr val="accent4"/>
                </a:solidFill>
                <a:prstDash val="solid"/>
              </a:ln>
              <a:gradFill>
                <a:gsLst>
                  <a:gs pos="0">
                    <a:schemeClr val="accent4"/>
                  </a:gs>
                  <a:gs pos="4000">
                    <a:schemeClr val="accent4">
                      <a:lumMod val="60000"/>
                      <a:lumOff val="40000"/>
                    </a:schemeClr>
                  </a:gs>
                  <a:gs pos="87000">
                    <a:schemeClr val="accent4">
                      <a:lumMod val="20000"/>
                      <a:lumOff val="80000"/>
                    </a:schemeClr>
                  </a:gs>
                </a:gsLst>
                <a:lin ang="5400000"/>
              </a:gradFill>
              <a:effectLst/>
            </a:endParaRPr>
          </a:p>
        </p:txBody>
      </p:sp>
      <p:pic>
        <p:nvPicPr>
          <p:cNvPr id="4" name="Picture 3" descr="image-removebg-preview (24)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286760" y="4411345"/>
            <a:ext cx="1074420" cy="530225"/>
          </a:xfrm>
          <a:prstGeom prst="rect">
            <a:avLst/>
          </a:prstGeom>
        </p:spPr>
      </p:pic>
      <p:pic>
        <p:nvPicPr>
          <p:cNvPr id="5" name="Picture 4" descr="speaker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559560" y="4411345"/>
            <a:ext cx="865505" cy="865505"/>
          </a:xfrm>
          <a:prstGeom prst="rect">
            <a:avLst/>
          </a:prstGeom>
        </p:spPr>
      </p:pic>
      <p:pic>
        <p:nvPicPr>
          <p:cNvPr id="7" name="Picture 6" descr="image-removebg-preview (25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871720" y="3429000"/>
            <a:ext cx="754380" cy="77152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Picture 3" descr="image-removebg-preview (7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86535" y="2970530"/>
            <a:ext cx="1160780" cy="1160780"/>
          </a:xfrm>
          <a:prstGeom prst="rect">
            <a:avLst/>
          </a:prstGeom>
        </p:spPr>
      </p:pic>
      <p:pic>
        <p:nvPicPr>
          <p:cNvPr id="5" name="Picture 4" descr="WhatsApp_Image_2024-04-25_at_21.19.38_2e073cd8-removebg-preview (1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40030" y="2435860"/>
            <a:ext cx="1987550" cy="1987550"/>
          </a:xfrm>
          <a:prstGeom prst="rect">
            <a:avLst/>
          </a:prstGeom>
        </p:spPr>
      </p:pic>
      <p:pic>
        <p:nvPicPr>
          <p:cNvPr id="6" name="Picture 5" descr="image-removebg-preview (8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2540" y="2644140"/>
            <a:ext cx="2542540" cy="1800225"/>
          </a:xfrm>
          <a:prstGeom prst="rect">
            <a:avLst/>
          </a:prstGeom>
        </p:spPr>
      </p:pic>
      <p:graphicFrame>
        <p:nvGraphicFramePr>
          <p:cNvPr id="9" name="Diagram 8"/>
          <p:cNvGraphicFramePr/>
          <p:nvPr/>
        </p:nvGraphicFramePr>
        <p:xfrm>
          <a:off x="7174865" y="420370"/>
          <a:ext cx="4885055" cy="27711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graphicFrame>
        <p:nvGraphicFramePr>
          <p:cNvPr id="10" name="Diagram 9"/>
          <p:cNvGraphicFramePr/>
          <p:nvPr/>
        </p:nvGraphicFramePr>
        <p:xfrm>
          <a:off x="7318375" y="4063365"/>
          <a:ext cx="4659630" cy="248729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9" r:lo="rId10" r:qs="rId11" r:cs="rId12"/>
          </a:graphicData>
        </a:graphic>
      </p:graphicFrame>
      <p:pic>
        <p:nvPicPr>
          <p:cNvPr id="11" name="Picture 10" descr="image-removebg-preview (9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355465" y="492125"/>
            <a:ext cx="2819400" cy="1628775"/>
          </a:xfrm>
          <a:prstGeom prst="rect">
            <a:avLst/>
          </a:prstGeom>
        </p:spPr>
      </p:pic>
      <p:pic>
        <p:nvPicPr>
          <p:cNvPr id="12" name="Picture 11" descr="image-removebg-preview (10)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805045" y="4235450"/>
            <a:ext cx="2143125" cy="2143125"/>
          </a:xfrm>
          <a:prstGeom prst="rect">
            <a:avLst/>
          </a:prstGeom>
        </p:spPr>
      </p:pic>
      <p:cxnSp>
        <p:nvCxnSpPr>
          <p:cNvPr id="13" name="Straight Arrow Connector 12"/>
          <p:cNvCxnSpPr/>
          <p:nvPr/>
        </p:nvCxnSpPr>
        <p:spPr>
          <a:xfrm flipV="1">
            <a:off x="4208780" y="2037715"/>
            <a:ext cx="596265" cy="60642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>
            <a:off x="4114800" y="4337685"/>
            <a:ext cx="1233805" cy="99314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2" name="Picture 1" descr="dash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370320" y="2632710"/>
            <a:ext cx="2305685" cy="1153160"/>
          </a:xfrm>
          <a:prstGeom prst="rect">
            <a:avLst/>
          </a:prstGeom>
        </p:spPr>
      </p:pic>
      <p:pic>
        <p:nvPicPr>
          <p:cNvPr id="3" name="Picture 2" descr="Complete-Guide-for-NPK-Soil-Sensor-with-Arduino-Tutorial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837055" y="704215"/>
            <a:ext cx="2518410" cy="1416685"/>
          </a:xfrm>
          <a:prstGeom prst="rect">
            <a:avLst/>
          </a:prstGeom>
        </p:spPr>
      </p:pic>
      <p:pic>
        <p:nvPicPr>
          <p:cNvPr id="7" name="Picture 6" descr="BME680-ESP32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672715" y="4967605"/>
            <a:ext cx="1682750" cy="1238250"/>
          </a:xfrm>
          <a:prstGeom prst="rect">
            <a:avLst/>
          </a:prstGeom>
        </p:spPr>
      </p:pic>
      <p:pic>
        <p:nvPicPr>
          <p:cNvPr id="8" name="Picture 7" descr="image-removebg-preview (25)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747520" y="2644140"/>
            <a:ext cx="612140" cy="62611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</Words>
  <Application>WPS Presentation</Application>
  <PresentationFormat>Widescreen</PresentationFormat>
  <Paragraphs>2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0" baseType="lpstr">
      <vt:lpstr>Arial</vt:lpstr>
      <vt:lpstr>SimSun</vt:lpstr>
      <vt:lpstr>Wingdings</vt:lpstr>
      <vt:lpstr>Calibri</vt:lpstr>
      <vt:lpstr>Microsoft YaHei</vt:lpstr>
      <vt:lpstr>Arial Unicode MS</vt:lpstr>
      <vt:lpstr>Calibri Light</vt:lpstr>
      <vt:lpstr>Office Theme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>LENOVO</dc:creator>
  <cp:lastModifiedBy>LENOVO</cp:lastModifiedBy>
  <cp:revision>5</cp:revision>
  <dcterms:created xsi:type="dcterms:W3CDTF">2024-04-26T05:23:00Z</dcterms:created>
  <dcterms:modified xsi:type="dcterms:W3CDTF">2024-08-16T19:34:10Z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3107693CB28C406B88812137E201874E_11</vt:lpwstr>
  </property>
  <property fmtid="{D5CDD505-2E9C-101B-9397-08002B2CF9AE}" pid="3" name="KSOProductBuildVer">
    <vt:lpwstr>1033-12.2.0.17562</vt:lpwstr>
  </property>
</Properties>
</file>